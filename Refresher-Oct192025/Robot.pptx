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7" r:id="rId3"/>
    <p:sldId id="260" r:id="rId4"/>
    <p:sldId id="262" r:id="rId5"/>
    <p:sldId id="257" r:id="rId6"/>
    <p:sldId id="263" r:id="rId7"/>
    <p:sldId id="264" r:id="rId8"/>
    <p:sldId id="265" r:id="rId9"/>
    <p:sldId id="266" r:id="rId10"/>
  </p:sldIdLst>
  <p:sldSz cx="12192000" cy="6858000"/>
  <p:notesSz cx="7004050" cy="9290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C821-CD5B-889A-8FD2-FF01ABA3C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F9DE7-A4A4-A8C8-0791-7EEF009E8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69D8-76FD-A363-B6AE-4FFB3042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A913-01A2-C79D-AA4A-20B2BA52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E677-08A6-E606-6E60-4B9BBF88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302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D3D4-113E-A9BB-3E27-FA3FB40D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83A2-4F4E-35DB-2837-E90BCF0F2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ED93B-C2C4-C10D-AF78-1D403A8D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B7F8F-4033-0E2B-D172-8D00F69E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6499-D0AC-27D1-CF5E-25F1E3DD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553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1D37-45DC-48F0-D2D4-8E4E0ED0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9A563-E27F-B2D4-D91F-018CCD0CA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E497C-EEF9-EDB9-3046-D556A1AD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13EDF-6739-F53A-8238-CD5A35D3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5B9EE-DA38-1036-49EE-60ABC9E3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858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4984-9BDC-A036-A844-07199758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2E08-A262-F809-C474-C66DDA5B5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E8798-C8E8-1B8A-1D07-E1500D96B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46A96-1F5A-C36B-7AA2-381F17F9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C550-F703-ED31-979D-189C7C45B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D4DA4-82F1-6245-B37E-892850F1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979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654A5-0AF3-8C40-C491-DCFB05CAB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D86D4-F726-3E49-6BD6-28AD7BCF6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D6D7D-1F7A-CF4C-98EC-9649CF9B0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C2F8E-99A7-50AA-512B-93CF4E41C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5DF3F-6478-5989-827B-52FF0827E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69DF8-8BB3-0A8D-0965-7905033A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E4313-4759-5599-F6AC-654581A0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03F2C-791B-78EE-5BF7-493EB7B9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330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31F7-10BD-2062-3F97-0A113EAC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63B74-B224-0BA3-20E9-1278E656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42838-80EC-95BF-1590-A65FCDB55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EA603-2015-5F99-5973-52419E83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320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B1A3C-E483-DE26-1225-0C8F1122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970DB-204D-866A-EA6D-DC35FB84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37FD-2F25-21D9-2B09-18844937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991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C03BB-B7E7-DD63-79F8-B02FB204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94E0-C65C-6B2B-4AAE-E07F394BB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40334-AE63-4608-B68D-EC0406A3D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A8C5F-CE64-BE8E-1A11-CFC051EE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C1879-1E9E-9E7F-33E4-16507E08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8FB6E-DC20-D401-CFD6-5F884A09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420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825F-A874-C0B2-D716-2A388F81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1F019-728B-35BC-33D1-71BBAE010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0CEDB-77B5-2164-4BAF-4B28C0A3F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FD019-63D2-F7D7-E9EE-62A0E21C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4B7A2-2E75-7A7C-2FCB-092BCE12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88FD3-A38F-CAFF-440A-68584A60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193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1D77-0189-7260-9A8C-89EAC647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7F0C9-975C-BD7F-12ED-D59A2C84C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AC85F-C556-841C-9B84-2FB80639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9E832-82B2-4919-9E1E-C79D8829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8FEFF-B9EF-5A1A-99C1-8C7C4CCD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613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1170E-7C16-CE86-4837-12949B296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E97FF-B9DF-E1FB-9742-F6F0CBCCE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69943-3CD0-A0FB-9865-E9666599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673E0-837A-BAD9-D3C1-5532CDE0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59D14-9CBA-2A8B-E878-F84D22D3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086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3D68C-4EA4-5318-9B75-99FA6924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AF7A-83CF-A3DD-9220-3361D4DA1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B952F-3103-960E-BB48-3D7CEDC2B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AD1DB-3D47-426A-9FCC-F418A47D5DA9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58D6-5390-5529-CC47-98D11E426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C14C9-F2B4-21BD-E443-E42AE260D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467D6-91A1-47F1-BFB4-861ED163F1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33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0ECA7C-FC8E-EF2D-830D-DE05A914FAAC}"/>
              </a:ext>
            </a:extLst>
          </p:cNvPr>
          <p:cNvGrpSpPr/>
          <p:nvPr/>
        </p:nvGrpSpPr>
        <p:grpSpPr>
          <a:xfrm>
            <a:off x="17494" y="250484"/>
            <a:ext cx="12192000" cy="6521666"/>
            <a:chOff x="0" y="168167"/>
            <a:chExt cx="12192000" cy="65216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62D5B8-E031-5903-931F-A210DC611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68167"/>
              <a:ext cx="12192000" cy="652166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897F98-0AA3-BE59-7D89-BD0D1FE2F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7088106" y="4717220"/>
              <a:ext cx="190158" cy="244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FC719F-1563-E951-9C59-43B1A623AB6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7091345" y="3118897"/>
              <a:ext cx="176400" cy="23580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B51617-D9BE-9152-138C-D3EEFAE27255}"/>
              </a:ext>
            </a:extLst>
          </p:cNvPr>
          <p:cNvGrpSpPr/>
          <p:nvPr/>
        </p:nvGrpSpPr>
        <p:grpSpPr>
          <a:xfrm>
            <a:off x="4352258" y="489314"/>
            <a:ext cx="2116550" cy="459132"/>
            <a:chOff x="8146045" y="2969867"/>
            <a:chExt cx="2116550" cy="45913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C0F6AB5-F3B6-116C-F753-66FA0B597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46045" y="3268337"/>
              <a:ext cx="1904987" cy="16066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FAE968-4151-0948-CCD5-726330A1A1E9}"/>
                </a:ext>
              </a:extLst>
            </p:cNvPr>
            <p:cNvSpPr txBox="1"/>
            <p:nvPr/>
          </p:nvSpPr>
          <p:spPr>
            <a:xfrm>
              <a:off x="8146045" y="2969867"/>
              <a:ext cx="2116550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15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C46897-4425-F74A-304F-7371A6410AF6}"/>
              </a:ext>
            </a:extLst>
          </p:cNvPr>
          <p:cNvGrpSpPr/>
          <p:nvPr/>
        </p:nvGrpSpPr>
        <p:grpSpPr>
          <a:xfrm>
            <a:off x="886779" y="2131878"/>
            <a:ext cx="4113238" cy="1379439"/>
            <a:chOff x="886779" y="2131878"/>
            <a:chExt cx="4113238" cy="137943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ED8D8A-DFE2-A011-B4DD-EF7246DE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6779" y="2131878"/>
              <a:ext cx="2478991" cy="1379439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8E72592-CA04-AEE1-1E74-5401D5CCC84E}"/>
                </a:ext>
              </a:extLst>
            </p:cNvPr>
            <p:cNvCxnSpPr>
              <a:cxnSpLocks/>
            </p:cNvCxnSpPr>
            <p:nvPr/>
          </p:nvCxnSpPr>
          <p:spPr>
            <a:xfrm>
              <a:off x="3284896" y="2821597"/>
              <a:ext cx="0" cy="689720"/>
            </a:xfrm>
            <a:prstGeom prst="line">
              <a:avLst/>
            </a:prstGeom>
            <a:ln w="539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B8F1079-3876-C881-78A5-7EBE40474E42}"/>
                </a:ext>
              </a:extLst>
            </p:cNvPr>
            <p:cNvCxnSpPr>
              <a:cxnSpLocks/>
            </p:cNvCxnSpPr>
            <p:nvPr/>
          </p:nvCxnSpPr>
          <p:spPr>
            <a:xfrm>
              <a:off x="3275168" y="3501589"/>
              <a:ext cx="1724849" cy="9728"/>
            </a:xfrm>
            <a:prstGeom prst="line">
              <a:avLst/>
            </a:prstGeom>
            <a:ln w="539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3615C3-672C-59BA-8504-F0BC377E7807}"/>
                </a:ext>
              </a:extLst>
            </p:cNvPr>
            <p:cNvCxnSpPr>
              <a:cxnSpLocks/>
            </p:cNvCxnSpPr>
            <p:nvPr/>
          </p:nvCxnSpPr>
          <p:spPr>
            <a:xfrm>
              <a:off x="5000017" y="3012908"/>
              <a:ext cx="0" cy="498409"/>
            </a:xfrm>
            <a:prstGeom prst="line">
              <a:avLst/>
            </a:prstGeom>
            <a:ln w="539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305FA6-A970-1BA9-A1DA-B48A75ACEC63}"/>
                </a:ext>
              </a:extLst>
            </p:cNvPr>
            <p:cNvCxnSpPr>
              <a:cxnSpLocks/>
            </p:cNvCxnSpPr>
            <p:nvPr/>
          </p:nvCxnSpPr>
          <p:spPr>
            <a:xfrm>
              <a:off x="3573481" y="2630862"/>
              <a:ext cx="0" cy="68972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DB33F5E-D75F-26FB-EAC8-A46DC069FABB}"/>
                </a:ext>
              </a:extLst>
            </p:cNvPr>
            <p:cNvCxnSpPr>
              <a:cxnSpLocks/>
            </p:cNvCxnSpPr>
            <p:nvPr/>
          </p:nvCxnSpPr>
          <p:spPr>
            <a:xfrm>
              <a:off x="4776470" y="2972847"/>
              <a:ext cx="0" cy="354012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E81603D-D16D-AB6E-BF63-95701A5783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572" y="3310854"/>
              <a:ext cx="1241898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7D802C4-DBAA-15D9-566F-49D3AE65F5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3831" y="2628042"/>
              <a:ext cx="387485" cy="1882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DCAF0EF-D89E-DAA9-D6E1-D279EB825DE8}"/>
              </a:ext>
            </a:extLst>
          </p:cNvPr>
          <p:cNvSpPr txBox="1"/>
          <p:nvPr/>
        </p:nvSpPr>
        <p:spPr>
          <a:xfrm>
            <a:off x="886779" y="166148"/>
            <a:ext cx="2229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OBSTACLE AVOIDING </a:t>
            </a:r>
          </a:p>
          <a:p>
            <a:r>
              <a:rPr lang="en-US" b="1" dirty="0"/>
              <a:t>ROBOTIC CAR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01245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953-ED96-9585-D737-0FBFB5766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5959D308-5011-8ED7-63E0-C0248D23841F}"/>
              </a:ext>
            </a:extLst>
          </p:cNvPr>
          <p:cNvSpPr txBox="1"/>
          <p:nvPr/>
        </p:nvSpPr>
        <p:spPr>
          <a:xfrm>
            <a:off x="886779" y="166148"/>
            <a:ext cx="2229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OBSTACLE AVOIDING </a:t>
            </a:r>
          </a:p>
          <a:p>
            <a:r>
              <a:rPr lang="en-US" b="1" dirty="0"/>
              <a:t>ROBOTIC CAR</a:t>
            </a:r>
            <a:endParaRPr lang="en-SG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B601D7-165D-7CB1-60E3-452D791944AD}"/>
              </a:ext>
            </a:extLst>
          </p:cNvPr>
          <p:cNvCxnSpPr>
            <a:cxnSpLocks/>
          </p:cNvCxnSpPr>
          <p:nvPr/>
        </p:nvCxnSpPr>
        <p:spPr>
          <a:xfrm>
            <a:off x="3916212" y="3027396"/>
            <a:ext cx="0" cy="763267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37776-8A0E-8C69-B961-7B07DFADF3DF}"/>
              </a:ext>
            </a:extLst>
          </p:cNvPr>
          <p:cNvCxnSpPr>
            <a:cxnSpLocks/>
          </p:cNvCxnSpPr>
          <p:nvPr/>
        </p:nvCxnSpPr>
        <p:spPr>
          <a:xfrm>
            <a:off x="3906595" y="3779898"/>
            <a:ext cx="1089421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115451-1511-5DDD-DDE9-29B2A8F8EAEA}"/>
              </a:ext>
            </a:extLst>
          </p:cNvPr>
          <p:cNvCxnSpPr>
            <a:cxnSpLocks/>
          </p:cNvCxnSpPr>
          <p:nvPr/>
        </p:nvCxnSpPr>
        <p:spPr>
          <a:xfrm>
            <a:off x="5005069" y="3156921"/>
            <a:ext cx="0" cy="606582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8BBE30-E010-73E8-8244-3FFE92E9F8B9}"/>
              </a:ext>
            </a:extLst>
          </p:cNvPr>
          <p:cNvCxnSpPr>
            <a:cxnSpLocks/>
          </p:cNvCxnSpPr>
          <p:nvPr/>
        </p:nvCxnSpPr>
        <p:spPr>
          <a:xfrm>
            <a:off x="4201485" y="2816322"/>
            <a:ext cx="0" cy="763267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081649-44F2-ED15-6874-6C95C5DE5F05}"/>
              </a:ext>
            </a:extLst>
          </p:cNvPr>
          <p:cNvCxnSpPr>
            <a:cxnSpLocks/>
          </p:cNvCxnSpPr>
          <p:nvPr/>
        </p:nvCxnSpPr>
        <p:spPr>
          <a:xfrm>
            <a:off x="4776846" y="3110566"/>
            <a:ext cx="0" cy="458258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460B0C-91B7-76F8-3E35-615CDC7C3F68}"/>
              </a:ext>
            </a:extLst>
          </p:cNvPr>
          <p:cNvCxnSpPr>
            <a:cxnSpLocks/>
          </p:cNvCxnSpPr>
          <p:nvPr/>
        </p:nvCxnSpPr>
        <p:spPr>
          <a:xfrm flipH="1" flipV="1">
            <a:off x="4163023" y="3568824"/>
            <a:ext cx="613824" cy="10765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D7FB3F9-D736-D210-E605-8C923302C305}"/>
              </a:ext>
            </a:extLst>
          </p:cNvPr>
          <p:cNvCxnSpPr>
            <a:cxnSpLocks/>
          </p:cNvCxnSpPr>
          <p:nvPr/>
        </p:nvCxnSpPr>
        <p:spPr>
          <a:xfrm flipH="1">
            <a:off x="3836077" y="2813201"/>
            <a:ext cx="383039" cy="2083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B07B28E-3D4C-1A53-46CD-81BA18A88703}"/>
              </a:ext>
            </a:extLst>
          </p:cNvPr>
          <p:cNvGrpSpPr/>
          <p:nvPr/>
        </p:nvGrpSpPr>
        <p:grpSpPr>
          <a:xfrm>
            <a:off x="5144653" y="353347"/>
            <a:ext cx="2116550" cy="459132"/>
            <a:chOff x="8146045" y="2969867"/>
            <a:chExt cx="2116550" cy="45913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856F4D-8354-144C-1365-0473131E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6045" y="3268337"/>
              <a:ext cx="1904987" cy="16066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B820A2-0250-4A32-085C-856DCA7D660E}"/>
                </a:ext>
              </a:extLst>
            </p:cNvPr>
            <p:cNvSpPr txBox="1"/>
            <p:nvPr/>
          </p:nvSpPr>
          <p:spPr>
            <a:xfrm>
              <a:off x="8146045" y="2969867"/>
              <a:ext cx="2116550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15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6D0121-0AB3-A78B-F055-A4470CB629F4}"/>
              </a:ext>
            </a:extLst>
          </p:cNvPr>
          <p:cNvGrpSpPr/>
          <p:nvPr/>
        </p:nvGrpSpPr>
        <p:grpSpPr>
          <a:xfrm>
            <a:off x="0" y="812479"/>
            <a:ext cx="12192000" cy="6350321"/>
            <a:chOff x="0" y="812479"/>
            <a:chExt cx="12192000" cy="635032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A0A2AFB-96E4-30AA-5CC2-F01EF1542961}"/>
                </a:ext>
              </a:extLst>
            </p:cNvPr>
            <p:cNvGrpSpPr/>
            <p:nvPr/>
          </p:nvGrpSpPr>
          <p:grpSpPr>
            <a:xfrm>
              <a:off x="0" y="812479"/>
              <a:ext cx="12192000" cy="6350321"/>
              <a:chOff x="0" y="812479"/>
              <a:chExt cx="12192000" cy="6350321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B9328093-D1C7-627E-E3CA-7CDE13934ECD}"/>
                  </a:ext>
                </a:extLst>
              </p:cNvPr>
              <p:cNvGrpSpPr/>
              <p:nvPr/>
            </p:nvGrpSpPr>
            <p:grpSpPr>
              <a:xfrm>
                <a:off x="0" y="812479"/>
                <a:ext cx="12192000" cy="6350321"/>
                <a:chOff x="0" y="812479"/>
                <a:chExt cx="12192000" cy="6350321"/>
              </a:xfrm>
            </p:grpSpPr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A5E631FA-843A-4E89-7E61-2BCEB832E4D6}"/>
                    </a:ext>
                  </a:extLst>
                </p:cNvPr>
                <p:cNvGrpSpPr/>
                <p:nvPr/>
              </p:nvGrpSpPr>
              <p:grpSpPr>
                <a:xfrm>
                  <a:off x="0" y="812479"/>
                  <a:ext cx="12192000" cy="6350321"/>
                  <a:chOff x="0" y="812479"/>
                  <a:chExt cx="12192000" cy="6350321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91F14EF2-2966-8ABE-D8F1-B9C83CC499B0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812479"/>
                    <a:ext cx="12192000" cy="6350321"/>
                    <a:chOff x="0" y="812479"/>
                    <a:chExt cx="12192000" cy="6350321"/>
                  </a:xfrm>
                </p:grpSpPr>
                <p:pic>
                  <p:nvPicPr>
                    <p:cNvPr id="10" name="Picture 9">
                      <a:extLst>
                        <a:ext uri="{FF2B5EF4-FFF2-40B4-BE49-F238E27FC236}">
                          <a16:creationId xmlns:a16="http://schemas.microsoft.com/office/drawing/2014/main" id="{9882E104-BD88-8F83-2587-D58F775C7F3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0" y="812479"/>
                      <a:ext cx="12192000" cy="635032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ED68850A-4596-CA7A-A18F-9757F163B6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01347" y="5891632"/>
                      <a:ext cx="373820" cy="307777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1K</a:t>
                      </a:r>
                      <a:endParaRPr lang="en-SG" sz="14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26C63684-67DE-874E-7DBA-9DC13606EB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5093" y="5659922"/>
                      <a:ext cx="513282" cy="307777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2.2K</a:t>
                      </a:r>
                      <a:endParaRPr lang="en-SG" sz="14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p:grpSp>
              <p:pic>
                <p:nvPicPr>
                  <p:cNvPr id="64" name="Picture 63">
                    <a:extLst>
                      <a:ext uri="{FF2B5EF4-FFF2-40B4-BE49-F238E27FC236}">
                        <a16:creationId xmlns:a16="http://schemas.microsoft.com/office/drawing/2014/main" id="{FDBE445C-C746-C793-D63D-F275E187AB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rot="5400000">
                    <a:off x="7137233" y="4996175"/>
                    <a:ext cx="190158" cy="2448000"/>
                  </a:xfrm>
                  <a:prstGeom prst="rect">
                    <a:avLst/>
                  </a:prstGeom>
                </p:spPr>
              </p:pic>
              <p:pic>
                <p:nvPicPr>
                  <p:cNvPr id="65" name="Picture 64">
                    <a:extLst>
                      <a:ext uri="{FF2B5EF4-FFF2-40B4-BE49-F238E27FC236}">
                        <a16:creationId xmlns:a16="http://schemas.microsoft.com/office/drawing/2014/main" id="{B31A8384-CB04-6693-CA05-7B01850156BD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 rot="5400000">
                    <a:off x="7108840" y="3367354"/>
                    <a:ext cx="176400" cy="23580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2E5578A-EA9F-B1AB-51EA-F0ACA908C420}"/>
                    </a:ext>
                  </a:extLst>
                </p:cNvPr>
                <p:cNvSpPr txBox="1"/>
                <p:nvPr/>
              </p:nvSpPr>
              <p:spPr>
                <a:xfrm>
                  <a:off x="2171866" y="4583379"/>
                  <a:ext cx="1044773" cy="646331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VOLTAGE</a:t>
                  </a:r>
                </a:p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DIVIDER</a:t>
                  </a:r>
                  <a:endParaRPr lang="en-SG" b="1" dirty="0">
                    <a:solidFill>
                      <a:srgbClr val="0070C0"/>
                    </a:solidFill>
                  </a:endParaRPr>
                </a:p>
              </p:txBody>
            </p:sp>
          </p:grp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2239FC1-9D89-824E-AA86-C0644C4F4C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63023" y="3311263"/>
                <a:ext cx="613823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BB82C06-44A5-3B69-5E29-7480330E0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6595" y="2828576"/>
                <a:ext cx="304931" cy="482687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65D02E2-B51B-2519-EB78-7E5103169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1994" y="3156921"/>
                <a:ext cx="0" cy="177636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4957015-FB0E-BED1-FF51-F084A9974E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5802" y="3438359"/>
                <a:ext cx="860214" cy="0"/>
              </a:xfrm>
              <a:prstGeom prst="line">
                <a:avLst/>
              </a:prstGeom>
              <a:ln w="539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6C58A69-E154-C9FA-0EFB-010A839FF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885" y="3185256"/>
                <a:ext cx="0" cy="262831"/>
              </a:xfrm>
              <a:prstGeom prst="line">
                <a:avLst/>
              </a:prstGeom>
              <a:ln w="539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D5E83DD8-7904-C2F7-4A2C-41A6B9159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8003" y="3026358"/>
                <a:ext cx="303825" cy="433854"/>
              </a:xfrm>
              <a:prstGeom prst="line">
                <a:avLst/>
              </a:prstGeom>
              <a:ln w="539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74CD3868-F393-E22D-F1A2-3E2728A0C99A}"/>
                </a:ext>
              </a:extLst>
            </p:cNvPr>
            <p:cNvCxnSpPr>
              <a:cxnSpLocks/>
            </p:cNvCxnSpPr>
            <p:nvPr/>
          </p:nvCxnSpPr>
          <p:spPr>
            <a:xfrm>
              <a:off x="1983591" y="4208015"/>
              <a:ext cx="0" cy="241261"/>
            </a:xfrm>
            <a:prstGeom prst="line">
              <a:avLst/>
            </a:prstGeom>
            <a:ln w="539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012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6E5E9E-B7B8-F50A-52B8-D3B4F3BF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849" y="0"/>
            <a:ext cx="673946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512771-E35C-367B-2963-7B864EC47905}"/>
              </a:ext>
            </a:extLst>
          </p:cNvPr>
          <p:cNvSpPr txBox="1"/>
          <p:nvPr/>
        </p:nvSpPr>
        <p:spPr>
          <a:xfrm>
            <a:off x="856035" y="359923"/>
            <a:ext cx="1360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Servo Motor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781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32451-AF42-1418-5C4D-6FAA69385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1943"/>
            <a:ext cx="6715125" cy="4857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477B66-2364-6214-55C1-3F9CEEA22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4" y="3177903"/>
            <a:ext cx="4952907" cy="1911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966239-18DB-62A0-33C8-6F6852BD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04" y="1494209"/>
            <a:ext cx="3009900" cy="1495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7B4C65-8DD7-7951-481E-4BAF0C3E9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874" y="231943"/>
            <a:ext cx="6677025" cy="6057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0DB271-7767-2B52-A6FD-7CC6D9BCE610}"/>
              </a:ext>
            </a:extLst>
          </p:cNvPr>
          <p:cNvSpPr txBox="1"/>
          <p:nvPr/>
        </p:nvSpPr>
        <p:spPr>
          <a:xfrm>
            <a:off x="238195" y="603115"/>
            <a:ext cx="241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the HCSR04 works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65450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0A5EE3F-B3BE-5423-F84B-454C1859607D}"/>
              </a:ext>
            </a:extLst>
          </p:cNvPr>
          <p:cNvGrpSpPr/>
          <p:nvPr/>
        </p:nvGrpSpPr>
        <p:grpSpPr>
          <a:xfrm>
            <a:off x="1219200" y="1252537"/>
            <a:ext cx="9753600" cy="4352925"/>
            <a:chOff x="1219200" y="1252537"/>
            <a:chExt cx="9753600" cy="435292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DB18B2C-FD2B-9A45-2EB6-44B91D035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9200" y="1252537"/>
              <a:ext cx="9753600" cy="435292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6A4E9E-9053-7165-68EC-B28BA86CDD0A}"/>
                </a:ext>
              </a:extLst>
            </p:cNvPr>
            <p:cNvSpPr txBox="1"/>
            <p:nvPr/>
          </p:nvSpPr>
          <p:spPr>
            <a:xfrm>
              <a:off x="1467255" y="1252537"/>
              <a:ext cx="9291535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                                 15             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DB6CD53-B95E-51AD-C9C9-12E29A7829DA}"/>
              </a:ext>
            </a:extLst>
          </p:cNvPr>
          <p:cNvSpPr txBox="1"/>
          <p:nvPr/>
        </p:nvSpPr>
        <p:spPr>
          <a:xfrm>
            <a:off x="3858980" y="428016"/>
            <a:ext cx="4210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CONTROLLING THE L298N MOTOR DRIVER</a:t>
            </a:r>
          </a:p>
          <a:p>
            <a:r>
              <a:rPr lang="en-US" b="1" dirty="0"/>
              <a:t>PIN LOGIC TABLE USED IN SAMPLE CODE</a:t>
            </a:r>
            <a:endParaRPr lang="en-SG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2CA8DD-A55F-EBD8-C895-B4C7B7E5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931" y="4133498"/>
            <a:ext cx="3716983" cy="216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3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491929B-CE28-58F5-233E-1357C8A554D3}"/>
              </a:ext>
            </a:extLst>
          </p:cNvPr>
          <p:cNvGrpSpPr/>
          <p:nvPr/>
        </p:nvGrpSpPr>
        <p:grpSpPr>
          <a:xfrm>
            <a:off x="1194880" y="1293779"/>
            <a:ext cx="9802239" cy="3105282"/>
            <a:chOff x="1194880" y="1293779"/>
            <a:chExt cx="9802239" cy="31052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A2E0A74-B982-0171-6FD8-4D6D387AB83B}"/>
                </a:ext>
              </a:extLst>
            </p:cNvPr>
            <p:cNvGrpSpPr/>
            <p:nvPr/>
          </p:nvGrpSpPr>
          <p:grpSpPr>
            <a:xfrm>
              <a:off x="1194880" y="2188723"/>
              <a:ext cx="9802239" cy="1857347"/>
              <a:chOff x="1050587" y="1099225"/>
              <a:chExt cx="9802239" cy="185734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5D8B785-1379-0382-4EBD-0120CD7F855D}"/>
                  </a:ext>
                </a:extLst>
              </p:cNvPr>
              <p:cNvGrpSpPr/>
              <p:nvPr/>
            </p:nvGrpSpPr>
            <p:grpSpPr>
              <a:xfrm>
                <a:off x="2266545" y="2586922"/>
                <a:ext cx="3414408" cy="369332"/>
                <a:chOff x="4066162" y="2013626"/>
                <a:chExt cx="3414408" cy="3693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2CCC0FA-1189-38FC-DDA1-B5C36C63CEC6}"/>
                    </a:ext>
                  </a:extLst>
                </p:cNvPr>
                <p:cNvSpPr txBox="1"/>
                <p:nvPr/>
              </p:nvSpPr>
              <p:spPr>
                <a:xfrm>
                  <a:off x="5204298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IN1</a:t>
                  </a:r>
                  <a:endParaRPr lang="en-SG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518F05C-9087-F4F7-F128-9B73C40A7802}"/>
                    </a:ext>
                  </a:extLst>
                </p:cNvPr>
                <p:cNvSpPr txBox="1"/>
                <p:nvPr/>
              </p:nvSpPr>
              <p:spPr>
                <a:xfrm>
                  <a:off x="6342434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IN2</a:t>
                  </a:r>
                  <a:endParaRPr lang="en-SG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BE9D2B9-2611-82BB-FA5B-B12575040CDE}"/>
                    </a:ext>
                  </a:extLst>
                </p:cNvPr>
                <p:cNvSpPr txBox="1"/>
                <p:nvPr/>
              </p:nvSpPr>
              <p:spPr>
                <a:xfrm>
                  <a:off x="4066162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ENA</a:t>
                  </a:r>
                  <a:endParaRPr lang="en-SG" dirty="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A832AE3-D46C-8972-7744-4C53D0ED1903}"/>
                  </a:ext>
                </a:extLst>
              </p:cNvPr>
              <p:cNvGrpSpPr/>
              <p:nvPr/>
            </p:nvGrpSpPr>
            <p:grpSpPr>
              <a:xfrm>
                <a:off x="6400800" y="2587240"/>
                <a:ext cx="3414408" cy="369332"/>
                <a:chOff x="6426740" y="2013626"/>
                <a:chExt cx="3414408" cy="369332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ED1E68-3EC8-74EA-A3FB-F1E5B06E501E}"/>
                    </a:ext>
                  </a:extLst>
                </p:cNvPr>
                <p:cNvSpPr txBox="1"/>
                <p:nvPr/>
              </p:nvSpPr>
              <p:spPr>
                <a:xfrm>
                  <a:off x="6426740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IN3</a:t>
                  </a:r>
                  <a:endParaRPr lang="en-SG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E73C5B9-8DFE-BD42-6622-138DC417BC4D}"/>
                    </a:ext>
                  </a:extLst>
                </p:cNvPr>
                <p:cNvSpPr txBox="1"/>
                <p:nvPr/>
              </p:nvSpPr>
              <p:spPr>
                <a:xfrm>
                  <a:off x="7564876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IN4</a:t>
                  </a:r>
                  <a:endParaRPr lang="en-SG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E336182-2010-32A7-73C2-50943822C50C}"/>
                    </a:ext>
                  </a:extLst>
                </p:cNvPr>
                <p:cNvSpPr txBox="1"/>
                <p:nvPr/>
              </p:nvSpPr>
              <p:spPr>
                <a:xfrm>
                  <a:off x="8703012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ENB</a:t>
                  </a:r>
                  <a:endParaRPr lang="en-SG" dirty="0"/>
                </a:p>
              </p:txBody>
            </p:sp>
          </p:grp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C0EF4646-22FE-4208-002D-D62F69E97177}"/>
                  </a:ext>
                </a:extLst>
              </p:cNvPr>
              <p:cNvSpPr/>
              <p:nvPr/>
            </p:nvSpPr>
            <p:spPr>
              <a:xfrm rot="10800000">
                <a:off x="1050587" y="1099225"/>
                <a:ext cx="894945" cy="107977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0DB04E84-208F-7B79-22D2-ADE34720AA97}"/>
                  </a:ext>
                </a:extLst>
              </p:cNvPr>
              <p:cNvSpPr/>
              <p:nvPr/>
            </p:nvSpPr>
            <p:spPr>
              <a:xfrm rot="10800000">
                <a:off x="9957881" y="1099225"/>
                <a:ext cx="894945" cy="107977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C11C967-24AF-96E0-8E2B-FE2DD816D9DC}"/>
                  </a:ext>
                </a:extLst>
              </p:cNvPr>
              <p:cNvGrpSpPr/>
              <p:nvPr/>
            </p:nvGrpSpPr>
            <p:grpSpPr>
              <a:xfrm>
                <a:off x="2590867" y="2018169"/>
                <a:ext cx="2804059" cy="369332"/>
                <a:chOff x="2534015" y="1648837"/>
                <a:chExt cx="2804059" cy="369332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EC4559-D3C2-3C12-5139-3FBD0F5A40C8}"/>
                    </a:ext>
                  </a:extLst>
                </p:cNvPr>
                <p:cNvSpPr txBox="1"/>
                <p:nvPr/>
              </p:nvSpPr>
              <p:spPr>
                <a:xfrm>
                  <a:off x="3621784" y="1648837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A51168-D6CC-9319-F0ED-AF29EE1D6C7E}"/>
                    </a:ext>
                  </a:extLst>
                </p:cNvPr>
                <p:cNvSpPr txBox="1"/>
                <p:nvPr/>
              </p:nvSpPr>
              <p:spPr>
                <a:xfrm>
                  <a:off x="4747848" y="1648837"/>
                  <a:ext cx="590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high</a:t>
                  </a:r>
                  <a:endParaRPr lang="en-SG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5476D43-9C8F-EFF1-92C6-E20B920FF3EA}"/>
                    </a:ext>
                  </a:extLst>
                </p:cNvPr>
                <p:cNvSpPr txBox="1"/>
                <p:nvPr/>
              </p:nvSpPr>
              <p:spPr>
                <a:xfrm>
                  <a:off x="2534015" y="1648837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duty</a:t>
                  </a:r>
                  <a:endParaRPr lang="en-SG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C98E19F-67EC-E0DB-FDC3-061436F9C08A}"/>
                  </a:ext>
                </a:extLst>
              </p:cNvPr>
              <p:cNvGrpSpPr/>
              <p:nvPr/>
            </p:nvGrpSpPr>
            <p:grpSpPr>
              <a:xfrm>
                <a:off x="6724402" y="2018169"/>
                <a:ext cx="2767203" cy="379061"/>
                <a:chOff x="6674755" y="1629381"/>
                <a:chExt cx="2767203" cy="379061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2F6E64-9D5C-F7EC-2B23-AF698A42DCEB}"/>
                    </a:ext>
                  </a:extLst>
                </p:cNvPr>
                <p:cNvSpPr txBox="1"/>
                <p:nvPr/>
              </p:nvSpPr>
              <p:spPr>
                <a:xfrm>
                  <a:off x="6674755" y="1639110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41000C5-3654-19A5-355E-27F8476EED32}"/>
                    </a:ext>
                  </a:extLst>
                </p:cNvPr>
                <p:cNvSpPr txBox="1"/>
                <p:nvPr/>
              </p:nvSpPr>
              <p:spPr>
                <a:xfrm>
                  <a:off x="7634551" y="1629382"/>
                  <a:ext cx="590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high</a:t>
                  </a:r>
                  <a:endParaRPr lang="en-SG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0EE400-21FB-A01E-9097-279458A662F8}"/>
                    </a:ext>
                  </a:extLst>
                </p:cNvPr>
                <p:cNvSpPr txBox="1"/>
                <p:nvPr/>
              </p:nvSpPr>
              <p:spPr>
                <a:xfrm>
                  <a:off x="8832496" y="1629381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duty</a:t>
                  </a:r>
                  <a:endParaRPr lang="en-SG" dirty="0"/>
                </a:p>
              </p:txBody>
            </p:sp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E17645-58D8-698F-FB12-C5674AC6D431}"/>
                </a:ext>
              </a:extLst>
            </p:cNvPr>
            <p:cNvSpPr txBox="1"/>
            <p:nvPr/>
          </p:nvSpPr>
          <p:spPr>
            <a:xfrm>
              <a:off x="5335856" y="1293779"/>
              <a:ext cx="1520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FORWARD</a:t>
              </a:r>
              <a:endParaRPr lang="en-SG" sz="24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E97735-91A6-F016-4ACB-E87AFF059C59}"/>
                </a:ext>
              </a:extLst>
            </p:cNvPr>
            <p:cNvSpPr txBox="1"/>
            <p:nvPr/>
          </p:nvSpPr>
          <p:spPr>
            <a:xfrm>
              <a:off x="2410838" y="4091284"/>
              <a:ext cx="7548663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          15                    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               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974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400F-E853-1DF7-C501-114E03E2C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91C5F48-D2E7-9AE8-0583-C1F2598F2EC7}"/>
              </a:ext>
            </a:extLst>
          </p:cNvPr>
          <p:cNvGrpSpPr/>
          <p:nvPr/>
        </p:nvGrpSpPr>
        <p:grpSpPr>
          <a:xfrm>
            <a:off x="1039237" y="1284052"/>
            <a:ext cx="10113526" cy="3754874"/>
            <a:chOff x="1039237" y="1284052"/>
            <a:chExt cx="10113526" cy="37548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36EB1BA-EA03-B74A-52A7-6678C813DBB5}"/>
                </a:ext>
              </a:extLst>
            </p:cNvPr>
            <p:cNvGrpSpPr/>
            <p:nvPr/>
          </p:nvGrpSpPr>
          <p:grpSpPr>
            <a:xfrm>
              <a:off x="1039237" y="2553191"/>
              <a:ext cx="10113526" cy="2485735"/>
              <a:chOff x="1039237" y="3097940"/>
              <a:chExt cx="10113526" cy="248573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C9ACA9E-CD85-E95D-56F4-FAE9D90DAA49}"/>
                  </a:ext>
                </a:extLst>
              </p:cNvPr>
              <p:cNvGrpSpPr/>
              <p:nvPr/>
            </p:nvGrpSpPr>
            <p:grpSpPr>
              <a:xfrm>
                <a:off x="2410838" y="3676420"/>
                <a:ext cx="3414408" cy="369332"/>
                <a:chOff x="4066162" y="2013626"/>
                <a:chExt cx="3414408" cy="3693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1E145F2-C540-CCF9-6689-8560FB4DB5FC}"/>
                    </a:ext>
                  </a:extLst>
                </p:cNvPr>
                <p:cNvSpPr txBox="1"/>
                <p:nvPr/>
              </p:nvSpPr>
              <p:spPr>
                <a:xfrm>
                  <a:off x="5204298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IN1</a:t>
                  </a:r>
                  <a:endParaRPr lang="en-SG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87585C2-F816-E94B-899A-3DC08C1094C7}"/>
                    </a:ext>
                  </a:extLst>
                </p:cNvPr>
                <p:cNvSpPr txBox="1"/>
                <p:nvPr/>
              </p:nvSpPr>
              <p:spPr>
                <a:xfrm>
                  <a:off x="6342434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IN2</a:t>
                  </a:r>
                  <a:endParaRPr lang="en-SG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829F5B0-F615-93A2-CA92-1D031FDE7B65}"/>
                    </a:ext>
                  </a:extLst>
                </p:cNvPr>
                <p:cNvSpPr txBox="1"/>
                <p:nvPr/>
              </p:nvSpPr>
              <p:spPr>
                <a:xfrm>
                  <a:off x="4066162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ENA</a:t>
                  </a:r>
                  <a:endParaRPr lang="en-SG" dirty="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B1C7721-456D-EF3A-2BB1-C52BACCBA4D9}"/>
                  </a:ext>
                </a:extLst>
              </p:cNvPr>
              <p:cNvGrpSpPr/>
              <p:nvPr/>
            </p:nvGrpSpPr>
            <p:grpSpPr>
              <a:xfrm>
                <a:off x="6545093" y="3676738"/>
                <a:ext cx="3414408" cy="369332"/>
                <a:chOff x="6426740" y="2013626"/>
                <a:chExt cx="3414408" cy="369332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F294944-D2AF-FA5E-D5DF-E4DFFF9BC563}"/>
                    </a:ext>
                  </a:extLst>
                </p:cNvPr>
                <p:cNvSpPr txBox="1"/>
                <p:nvPr/>
              </p:nvSpPr>
              <p:spPr>
                <a:xfrm>
                  <a:off x="6426740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IN3</a:t>
                  </a:r>
                  <a:endParaRPr lang="en-SG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7703131-DFBE-218D-45FD-1D96CA3F9294}"/>
                    </a:ext>
                  </a:extLst>
                </p:cNvPr>
                <p:cNvSpPr txBox="1"/>
                <p:nvPr/>
              </p:nvSpPr>
              <p:spPr>
                <a:xfrm>
                  <a:off x="7564876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IN4</a:t>
                  </a:r>
                  <a:endParaRPr lang="en-SG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9EC5098-034C-1B6D-230E-BF8F201387ED}"/>
                    </a:ext>
                  </a:extLst>
                </p:cNvPr>
                <p:cNvSpPr txBox="1"/>
                <p:nvPr/>
              </p:nvSpPr>
              <p:spPr>
                <a:xfrm>
                  <a:off x="8703012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ENB</a:t>
                  </a:r>
                  <a:endParaRPr lang="en-SG" dirty="0"/>
                </a:p>
              </p:txBody>
            </p:sp>
          </p:grp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A6639F04-3EB4-7B1B-B8F3-6FDD1833349F}"/>
                  </a:ext>
                </a:extLst>
              </p:cNvPr>
              <p:cNvSpPr/>
              <p:nvPr/>
            </p:nvSpPr>
            <p:spPr>
              <a:xfrm>
                <a:off x="1039237" y="4503905"/>
                <a:ext cx="894945" cy="107977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AD7638A4-AB09-018B-78CB-0C1E6240380B}"/>
                  </a:ext>
                </a:extLst>
              </p:cNvPr>
              <p:cNvSpPr/>
              <p:nvPr/>
            </p:nvSpPr>
            <p:spPr>
              <a:xfrm>
                <a:off x="10257818" y="4348263"/>
                <a:ext cx="894945" cy="107977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942E173-7271-D3A7-2E24-91A64152CE05}"/>
                  </a:ext>
                </a:extLst>
              </p:cNvPr>
              <p:cNvGrpSpPr/>
              <p:nvPr/>
            </p:nvGrpSpPr>
            <p:grpSpPr>
              <a:xfrm>
                <a:off x="2735160" y="3097940"/>
                <a:ext cx="2737438" cy="379059"/>
                <a:chOff x="2534015" y="1639110"/>
                <a:chExt cx="2737438" cy="379059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B9450AE-E1AC-3A48-B0F9-61325EDE61A0}"/>
                    </a:ext>
                  </a:extLst>
                </p:cNvPr>
                <p:cNvSpPr txBox="1"/>
                <p:nvPr/>
              </p:nvSpPr>
              <p:spPr>
                <a:xfrm>
                  <a:off x="3678636" y="1639110"/>
                  <a:ext cx="590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high</a:t>
                  </a:r>
                  <a:endParaRPr lang="en-SG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337C7B-E5CE-A6CE-4E7A-5B9FE9E41CDD}"/>
                    </a:ext>
                  </a:extLst>
                </p:cNvPr>
                <p:cNvSpPr txBox="1"/>
                <p:nvPr/>
              </p:nvSpPr>
              <p:spPr>
                <a:xfrm>
                  <a:off x="4747848" y="1648837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B6D5C88-133F-F227-E730-E330E279B887}"/>
                    </a:ext>
                  </a:extLst>
                </p:cNvPr>
                <p:cNvSpPr txBox="1"/>
                <p:nvPr/>
              </p:nvSpPr>
              <p:spPr>
                <a:xfrm>
                  <a:off x="2534015" y="1648837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duty</a:t>
                  </a:r>
                  <a:endParaRPr lang="en-SG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1F522DF-27A9-7BD2-3A93-6AE6AE1BDBF2}"/>
                  </a:ext>
                </a:extLst>
              </p:cNvPr>
              <p:cNvGrpSpPr/>
              <p:nvPr/>
            </p:nvGrpSpPr>
            <p:grpSpPr>
              <a:xfrm>
                <a:off x="6868695" y="3107667"/>
                <a:ext cx="2767203" cy="379061"/>
                <a:chOff x="6674755" y="1629381"/>
                <a:chExt cx="2767203" cy="379061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EA4C4E8-8D26-3EC3-712F-488654EFC163}"/>
                    </a:ext>
                  </a:extLst>
                </p:cNvPr>
                <p:cNvSpPr txBox="1"/>
                <p:nvPr/>
              </p:nvSpPr>
              <p:spPr>
                <a:xfrm>
                  <a:off x="6674755" y="1639110"/>
                  <a:ext cx="590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high</a:t>
                  </a:r>
                  <a:endParaRPr lang="en-SG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9D27AD5-29D0-42CA-19B2-1D8FA892914D}"/>
                    </a:ext>
                  </a:extLst>
                </p:cNvPr>
                <p:cNvSpPr txBox="1"/>
                <p:nvPr/>
              </p:nvSpPr>
              <p:spPr>
                <a:xfrm>
                  <a:off x="7634551" y="1629382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FC8E914-0732-A819-7E02-53475971617C}"/>
                    </a:ext>
                  </a:extLst>
                </p:cNvPr>
                <p:cNvSpPr txBox="1"/>
                <p:nvPr/>
              </p:nvSpPr>
              <p:spPr>
                <a:xfrm>
                  <a:off x="8832496" y="1629381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duty</a:t>
                  </a:r>
                  <a:endParaRPr lang="en-SG" dirty="0"/>
                </a:p>
              </p:txBody>
            </p:sp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B69AE80-B32B-C01F-926D-BC0D9879D498}"/>
                </a:ext>
              </a:extLst>
            </p:cNvPr>
            <p:cNvSpPr txBox="1"/>
            <p:nvPr/>
          </p:nvSpPr>
          <p:spPr>
            <a:xfrm>
              <a:off x="5004515" y="1284052"/>
              <a:ext cx="21829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BACKWARD</a:t>
              </a:r>
              <a:endParaRPr lang="en-SG" sz="3200" b="1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B22E32-748F-0803-720F-66E72746087C}"/>
                </a:ext>
              </a:extLst>
            </p:cNvPr>
            <p:cNvSpPr txBox="1"/>
            <p:nvPr/>
          </p:nvSpPr>
          <p:spPr>
            <a:xfrm>
              <a:off x="2410838" y="3691013"/>
              <a:ext cx="7548663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          15                    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               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181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2B9FD-093E-C585-83D8-8EF2E7A70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32D2A1-F8F6-AFAC-9F9F-5EB6DB13E896}"/>
              </a:ext>
            </a:extLst>
          </p:cNvPr>
          <p:cNvGrpSpPr/>
          <p:nvPr/>
        </p:nvGrpSpPr>
        <p:grpSpPr>
          <a:xfrm>
            <a:off x="1102468" y="1293779"/>
            <a:ext cx="8857033" cy="3105282"/>
            <a:chOff x="1102468" y="1293779"/>
            <a:chExt cx="8857033" cy="31052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C542A96-2A66-F640-5585-F4EB2EFE4763}"/>
                </a:ext>
              </a:extLst>
            </p:cNvPr>
            <p:cNvGrpSpPr/>
            <p:nvPr/>
          </p:nvGrpSpPr>
          <p:grpSpPr>
            <a:xfrm>
              <a:off x="1102468" y="2281135"/>
              <a:ext cx="8857033" cy="1764935"/>
              <a:chOff x="958175" y="1191637"/>
              <a:chExt cx="8857033" cy="176493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101DEE6-4524-70F9-21BD-787AF5F67B46}"/>
                  </a:ext>
                </a:extLst>
              </p:cNvPr>
              <p:cNvGrpSpPr/>
              <p:nvPr/>
            </p:nvGrpSpPr>
            <p:grpSpPr>
              <a:xfrm>
                <a:off x="2266545" y="2586922"/>
                <a:ext cx="3414408" cy="369332"/>
                <a:chOff x="4066162" y="2013626"/>
                <a:chExt cx="3414408" cy="3693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DCF597-F1C8-1F15-CD52-43EAAEC85FE6}"/>
                    </a:ext>
                  </a:extLst>
                </p:cNvPr>
                <p:cNvSpPr txBox="1"/>
                <p:nvPr/>
              </p:nvSpPr>
              <p:spPr>
                <a:xfrm>
                  <a:off x="5204298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IN1</a:t>
                  </a:r>
                  <a:endParaRPr lang="en-SG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B22A49-9665-9C08-3C18-81E5C203F306}"/>
                    </a:ext>
                  </a:extLst>
                </p:cNvPr>
                <p:cNvSpPr txBox="1"/>
                <p:nvPr/>
              </p:nvSpPr>
              <p:spPr>
                <a:xfrm>
                  <a:off x="6342434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IN2</a:t>
                  </a:r>
                  <a:endParaRPr lang="en-SG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EA39CF1-17CF-F8CD-A49B-298F4E8BD9BA}"/>
                    </a:ext>
                  </a:extLst>
                </p:cNvPr>
                <p:cNvSpPr txBox="1"/>
                <p:nvPr/>
              </p:nvSpPr>
              <p:spPr>
                <a:xfrm>
                  <a:off x="4066162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ENA</a:t>
                  </a:r>
                  <a:endParaRPr lang="en-SG" dirty="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D09A01D-3320-BDF4-5D33-035CB1F6B24A}"/>
                  </a:ext>
                </a:extLst>
              </p:cNvPr>
              <p:cNvGrpSpPr/>
              <p:nvPr/>
            </p:nvGrpSpPr>
            <p:grpSpPr>
              <a:xfrm>
                <a:off x="6400800" y="2587240"/>
                <a:ext cx="3414408" cy="369332"/>
                <a:chOff x="6426740" y="2013626"/>
                <a:chExt cx="3414408" cy="369332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822E50-7235-48FB-0E9F-44056297AB27}"/>
                    </a:ext>
                  </a:extLst>
                </p:cNvPr>
                <p:cNvSpPr txBox="1"/>
                <p:nvPr/>
              </p:nvSpPr>
              <p:spPr>
                <a:xfrm>
                  <a:off x="6426740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IN3</a:t>
                  </a:r>
                  <a:endParaRPr lang="en-SG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CC5E038-66F3-686E-2F11-05E0FABB3D47}"/>
                    </a:ext>
                  </a:extLst>
                </p:cNvPr>
                <p:cNvSpPr txBox="1"/>
                <p:nvPr/>
              </p:nvSpPr>
              <p:spPr>
                <a:xfrm>
                  <a:off x="7564876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IN4</a:t>
                  </a:r>
                  <a:endParaRPr lang="en-SG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0DDB81-4E59-44ED-51CC-D49EEFA76A2B}"/>
                    </a:ext>
                  </a:extLst>
                </p:cNvPr>
                <p:cNvSpPr txBox="1"/>
                <p:nvPr/>
              </p:nvSpPr>
              <p:spPr>
                <a:xfrm>
                  <a:off x="8703012" y="2013626"/>
                  <a:ext cx="1138136" cy="369332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ENB</a:t>
                  </a:r>
                  <a:endParaRPr lang="en-SG" dirty="0"/>
                </a:p>
              </p:txBody>
            </p:sp>
          </p:grp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BE408A2D-9A24-4D34-5D8D-4DAF47930F12}"/>
                  </a:ext>
                </a:extLst>
              </p:cNvPr>
              <p:cNvSpPr/>
              <p:nvPr/>
            </p:nvSpPr>
            <p:spPr>
              <a:xfrm rot="5400000">
                <a:off x="1050587" y="1099225"/>
                <a:ext cx="894945" cy="107977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A357063-7148-22AE-58B0-C035CD6D518C}"/>
                  </a:ext>
                </a:extLst>
              </p:cNvPr>
              <p:cNvGrpSpPr/>
              <p:nvPr/>
            </p:nvGrpSpPr>
            <p:grpSpPr>
              <a:xfrm>
                <a:off x="2590867" y="2018169"/>
                <a:ext cx="2737438" cy="369332"/>
                <a:chOff x="2534015" y="1648837"/>
                <a:chExt cx="2737438" cy="369332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19EE65B-D694-707D-9C01-58DDEF8734C7}"/>
                    </a:ext>
                  </a:extLst>
                </p:cNvPr>
                <p:cNvSpPr txBox="1"/>
                <p:nvPr/>
              </p:nvSpPr>
              <p:spPr>
                <a:xfrm>
                  <a:off x="3621784" y="1648837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E178EE-A56A-32F3-8D8D-3058F0275DBE}"/>
                    </a:ext>
                  </a:extLst>
                </p:cNvPr>
                <p:cNvSpPr txBox="1"/>
                <p:nvPr/>
              </p:nvSpPr>
              <p:spPr>
                <a:xfrm>
                  <a:off x="4747848" y="1648837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981CF5E-9F0C-FF17-8000-822E0BB715DD}"/>
                    </a:ext>
                  </a:extLst>
                </p:cNvPr>
                <p:cNvSpPr txBox="1"/>
                <p:nvPr/>
              </p:nvSpPr>
              <p:spPr>
                <a:xfrm>
                  <a:off x="2534015" y="1648837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duty</a:t>
                  </a:r>
                  <a:endParaRPr lang="en-SG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9D74E05-1C50-C745-0832-9ACB10DB53DC}"/>
                  </a:ext>
                </a:extLst>
              </p:cNvPr>
              <p:cNvGrpSpPr/>
              <p:nvPr/>
            </p:nvGrpSpPr>
            <p:grpSpPr>
              <a:xfrm>
                <a:off x="6724402" y="2018169"/>
                <a:ext cx="2767203" cy="379061"/>
                <a:chOff x="6674755" y="1629381"/>
                <a:chExt cx="2767203" cy="379061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54496B8-A9D5-6749-91D0-D19628DA2F8A}"/>
                    </a:ext>
                  </a:extLst>
                </p:cNvPr>
                <p:cNvSpPr txBox="1"/>
                <p:nvPr/>
              </p:nvSpPr>
              <p:spPr>
                <a:xfrm>
                  <a:off x="6674755" y="1639110"/>
                  <a:ext cx="5236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low</a:t>
                  </a:r>
                  <a:endParaRPr lang="en-SG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D3C50C3-7337-72B2-8AB5-6E892080F6F0}"/>
                    </a:ext>
                  </a:extLst>
                </p:cNvPr>
                <p:cNvSpPr txBox="1"/>
                <p:nvPr/>
              </p:nvSpPr>
              <p:spPr>
                <a:xfrm>
                  <a:off x="7634551" y="1629382"/>
                  <a:ext cx="5902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high</a:t>
                  </a:r>
                  <a:endParaRPr lang="en-SG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E5A18D9-6E83-00AC-ECC0-A3E832168516}"/>
                    </a:ext>
                  </a:extLst>
                </p:cNvPr>
                <p:cNvSpPr txBox="1"/>
                <p:nvPr/>
              </p:nvSpPr>
              <p:spPr>
                <a:xfrm>
                  <a:off x="8832496" y="1629381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duty</a:t>
                  </a:r>
                  <a:endParaRPr lang="en-SG" dirty="0"/>
                </a:p>
              </p:txBody>
            </p:sp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3086D-E184-7DDE-6B50-16B5472E6E54}"/>
                </a:ext>
              </a:extLst>
            </p:cNvPr>
            <p:cNvSpPr txBox="1"/>
            <p:nvPr/>
          </p:nvSpPr>
          <p:spPr>
            <a:xfrm>
              <a:off x="5335856" y="1293779"/>
              <a:ext cx="15552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TURN LEFT</a:t>
              </a:r>
              <a:endParaRPr lang="en-SG" sz="24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E560E31-995A-6419-A307-E6CE095B1BC6}"/>
                </a:ext>
              </a:extLst>
            </p:cNvPr>
            <p:cNvSpPr txBox="1"/>
            <p:nvPr/>
          </p:nvSpPr>
          <p:spPr>
            <a:xfrm>
              <a:off x="2410838" y="4091284"/>
              <a:ext cx="7548663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          15                    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               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175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C291E-DEF3-F2E3-2052-8BE43AE6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BADB47B-65AA-2912-CFFD-3F829A27A305}"/>
              </a:ext>
            </a:extLst>
          </p:cNvPr>
          <p:cNvGrpSpPr/>
          <p:nvPr/>
        </p:nvGrpSpPr>
        <p:grpSpPr>
          <a:xfrm>
            <a:off x="2410838" y="2281135"/>
            <a:ext cx="8678694" cy="1764935"/>
            <a:chOff x="2266545" y="1191637"/>
            <a:chExt cx="8678694" cy="176493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6A58A92-E19F-BED5-3104-3308466D3177}"/>
                </a:ext>
              </a:extLst>
            </p:cNvPr>
            <p:cNvGrpSpPr/>
            <p:nvPr/>
          </p:nvGrpSpPr>
          <p:grpSpPr>
            <a:xfrm>
              <a:off x="2266545" y="2586922"/>
              <a:ext cx="3414408" cy="369332"/>
              <a:chOff x="4066162" y="2013626"/>
              <a:chExt cx="3414408" cy="3693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0127B1-FC72-9E89-504F-E0AD33F0886F}"/>
                  </a:ext>
                </a:extLst>
              </p:cNvPr>
              <p:cNvSpPr txBox="1"/>
              <p:nvPr/>
            </p:nvSpPr>
            <p:spPr>
              <a:xfrm>
                <a:off x="5204298" y="2013626"/>
                <a:ext cx="1138136" cy="369332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IN1</a:t>
                </a:r>
                <a:endParaRPr lang="en-SG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0A0528-8734-F075-0BDD-D0BF633F0C29}"/>
                  </a:ext>
                </a:extLst>
              </p:cNvPr>
              <p:cNvSpPr txBox="1"/>
              <p:nvPr/>
            </p:nvSpPr>
            <p:spPr>
              <a:xfrm>
                <a:off x="6342434" y="2013626"/>
                <a:ext cx="1138136" cy="369332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IN2</a:t>
                </a:r>
                <a:endParaRPr lang="en-SG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771815-3031-EAC4-704D-F7318344EF7C}"/>
                  </a:ext>
                </a:extLst>
              </p:cNvPr>
              <p:cNvSpPr txBox="1"/>
              <p:nvPr/>
            </p:nvSpPr>
            <p:spPr>
              <a:xfrm>
                <a:off x="4066162" y="2013626"/>
                <a:ext cx="1138136" cy="369332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ENA</a:t>
                </a:r>
                <a:endParaRPr lang="en-SG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8ABEF6E-0305-189E-BD59-B8F4887F4FC8}"/>
                </a:ext>
              </a:extLst>
            </p:cNvPr>
            <p:cNvGrpSpPr/>
            <p:nvPr/>
          </p:nvGrpSpPr>
          <p:grpSpPr>
            <a:xfrm>
              <a:off x="6400800" y="2587240"/>
              <a:ext cx="3414408" cy="369332"/>
              <a:chOff x="6426740" y="2013626"/>
              <a:chExt cx="3414408" cy="36933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CD5236-BC84-B02D-58BB-D3B581E96C53}"/>
                  </a:ext>
                </a:extLst>
              </p:cNvPr>
              <p:cNvSpPr txBox="1"/>
              <p:nvPr/>
            </p:nvSpPr>
            <p:spPr>
              <a:xfrm>
                <a:off x="6426740" y="2013626"/>
                <a:ext cx="1138136" cy="369332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IN3</a:t>
                </a:r>
                <a:endParaRPr lang="en-SG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1729D5-099D-1E5A-F7B6-AC1E120659E5}"/>
                  </a:ext>
                </a:extLst>
              </p:cNvPr>
              <p:cNvSpPr txBox="1"/>
              <p:nvPr/>
            </p:nvSpPr>
            <p:spPr>
              <a:xfrm>
                <a:off x="7564876" y="2013626"/>
                <a:ext cx="1138136" cy="369332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IN4</a:t>
                </a:r>
                <a:endParaRPr lang="en-SG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3A7A36-9B60-64FB-9BC8-FB91EBF21DC5}"/>
                  </a:ext>
                </a:extLst>
              </p:cNvPr>
              <p:cNvSpPr txBox="1"/>
              <p:nvPr/>
            </p:nvSpPr>
            <p:spPr>
              <a:xfrm>
                <a:off x="8703012" y="2013626"/>
                <a:ext cx="1138136" cy="369332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ENB</a:t>
                </a:r>
                <a:endParaRPr lang="en-SG" dirty="0"/>
              </a:p>
            </p:txBody>
          </p:sp>
        </p:grp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2B898679-FDBF-990E-3DFC-5A444ED82942}"/>
                </a:ext>
              </a:extLst>
            </p:cNvPr>
            <p:cNvSpPr/>
            <p:nvPr/>
          </p:nvSpPr>
          <p:spPr>
            <a:xfrm rot="16200000">
              <a:off x="9957881" y="1099225"/>
              <a:ext cx="894945" cy="107977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E88A26B-6B77-BB19-D605-2F18B8523C39}"/>
                </a:ext>
              </a:extLst>
            </p:cNvPr>
            <p:cNvGrpSpPr/>
            <p:nvPr/>
          </p:nvGrpSpPr>
          <p:grpSpPr>
            <a:xfrm>
              <a:off x="2590867" y="2018169"/>
              <a:ext cx="2804059" cy="369332"/>
              <a:chOff x="2534015" y="1648837"/>
              <a:chExt cx="2804059" cy="36933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FA0115-9312-85F2-C3C4-B4DF13BAB6C9}"/>
                  </a:ext>
                </a:extLst>
              </p:cNvPr>
              <p:cNvSpPr txBox="1"/>
              <p:nvPr/>
            </p:nvSpPr>
            <p:spPr>
              <a:xfrm>
                <a:off x="3621784" y="1648837"/>
                <a:ext cx="523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low</a:t>
                </a:r>
                <a:endParaRPr lang="en-SG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99487A-E0DC-BA66-C8CB-098C3FCBF896}"/>
                  </a:ext>
                </a:extLst>
              </p:cNvPr>
              <p:cNvSpPr txBox="1"/>
              <p:nvPr/>
            </p:nvSpPr>
            <p:spPr>
              <a:xfrm>
                <a:off x="4747848" y="1648837"/>
                <a:ext cx="590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high</a:t>
                </a:r>
                <a:endParaRPr lang="en-SG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EC5DE3-12D7-DCAD-4A3D-A147FAD4A6E1}"/>
                  </a:ext>
                </a:extLst>
              </p:cNvPr>
              <p:cNvSpPr txBox="1"/>
              <p:nvPr/>
            </p:nvSpPr>
            <p:spPr>
              <a:xfrm>
                <a:off x="2534015" y="1648837"/>
                <a:ext cx="609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duty</a:t>
                </a:r>
                <a:endParaRPr lang="en-SG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38C775B-3DC9-694B-BE27-27A28FBE0CAF}"/>
                </a:ext>
              </a:extLst>
            </p:cNvPr>
            <p:cNvGrpSpPr/>
            <p:nvPr/>
          </p:nvGrpSpPr>
          <p:grpSpPr>
            <a:xfrm>
              <a:off x="6724402" y="2018169"/>
              <a:ext cx="2767203" cy="379061"/>
              <a:chOff x="6674755" y="1629381"/>
              <a:chExt cx="2767203" cy="37906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A3EE47-27CC-2077-BF50-CC3C7C4164D7}"/>
                  </a:ext>
                </a:extLst>
              </p:cNvPr>
              <p:cNvSpPr txBox="1"/>
              <p:nvPr/>
            </p:nvSpPr>
            <p:spPr>
              <a:xfrm>
                <a:off x="6674755" y="1639110"/>
                <a:ext cx="523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low</a:t>
                </a:r>
                <a:endParaRPr lang="en-SG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ED8C0B-C1A4-BEB2-AD8D-4852CFE3DAB7}"/>
                  </a:ext>
                </a:extLst>
              </p:cNvPr>
              <p:cNvSpPr txBox="1"/>
              <p:nvPr/>
            </p:nvSpPr>
            <p:spPr>
              <a:xfrm>
                <a:off x="7634551" y="1629382"/>
                <a:ext cx="523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low</a:t>
                </a:r>
                <a:endParaRPr lang="en-SG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BD16ED-4381-C76A-D4DA-369106D05B70}"/>
                  </a:ext>
                </a:extLst>
              </p:cNvPr>
              <p:cNvSpPr txBox="1"/>
              <p:nvPr/>
            </p:nvSpPr>
            <p:spPr>
              <a:xfrm>
                <a:off x="8832496" y="1629381"/>
                <a:ext cx="609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duty</a:t>
                </a:r>
                <a:endParaRPr lang="en-SG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41FCDEA-31E4-C42E-7274-52DF40FE3ED0}"/>
              </a:ext>
            </a:extLst>
          </p:cNvPr>
          <p:cNvGrpSpPr/>
          <p:nvPr/>
        </p:nvGrpSpPr>
        <p:grpSpPr>
          <a:xfrm>
            <a:off x="2410838" y="1293779"/>
            <a:ext cx="7548663" cy="3105282"/>
            <a:chOff x="2410838" y="1293779"/>
            <a:chExt cx="7548663" cy="310528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160DEB-F028-A330-2B44-F95C27260C71}"/>
                </a:ext>
              </a:extLst>
            </p:cNvPr>
            <p:cNvSpPr txBox="1"/>
            <p:nvPr/>
          </p:nvSpPr>
          <p:spPr>
            <a:xfrm>
              <a:off x="5335856" y="1293779"/>
              <a:ext cx="17780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TURN RIGHT</a:t>
              </a:r>
              <a:endParaRPr lang="en-SG" sz="24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DC6C25D-4C35-5F88-DA92-89AA07279DA8}"/>
                </a:ext>
              </a:extLst>
            </p:cNvPr>
            <p:cNvSpPr txBox="1"/>
            <p:nvPr/>
          </p:nvSpPr>
          <p:spPr>
            <a:xfrm>
              <a:off x="2410838" y="4091284"/>
              <a:ext cx="7548663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          15                        </a:t>
              </a:r>
              <a:r>
                <a:rPr lang="en-US" sz="1400" b="1" dirty="0">
                  <a:solidFill>
                    <a:srgbClr val="92D050"/>
                  </a:solidFill>
                </a:rPr>
                <a:t>14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</a:t>
              </a:r>
              <a:r>
                <a:rPr lang="en-US" sz="14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13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                    </a:t>
              </a:r>
              <a:r>
                <a:rPr lang="en-US" sz="1400" b="1" dirty="0">
                  <a:solidFill>
                    <a:srgbClr val="FFC000"/>
                  </a:solidFill>
                </a:rPr>
                <a:t>12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  </a:t>
              </a:r>
              <a:r>
                <a:rPr lang="en-US" sz="1400" b="1" dirty="0">
                  <a:solidFill>
                    <a:srgbClr val="C00000"/>
                  </a:solidFill>
                </a:rPr>
                <a:t>11 </a:t>
              </a:r>
              <a:r>
                <a:rPr lang="en-US" sz="1400" b="1" dirty="0">
                  <a:solidFill>
                    <a:srgbClr val="FF0000"/>
                  </a:solidFill>
                </a:rPr>
                <a:t>                     </a:t>
              </a:r>
              <a:r>
                <a:rPr lang="en-US" sz="1400" b="1" dirty="0">
                  <a:solidFill>
                    <a:srgbClr val="0070C0"/>
                  </a:solidFill>
                </a:rPr>
                <a:t>10</a:t>
              </a:r>
              <a:endParaRPr lang="en-SG" sz="14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961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131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Seng Goh</dc:creator>
  <cp:lastModifiedBy>Soon Seng Goh</cp:lastModifiedBy>
  <cp:revision>7</cp:revision>
  <cp:lastPrinted>2025-10-18T01:10:33Z</cp:lastPrinted>
  <dcterms:created xsi:type="dcterms:W3CDTF">2025-10-17T05:12:15Z</dcterms:created>
  <dcterms:modified xsi:type="dcterms:W3CDTF">2025-10-18T13:19:52Z</dcterms:modified>
</cp:coreProperties>
</file>