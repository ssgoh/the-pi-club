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201A-9114-38A0-0C20-6E10702BF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27D56-3AA1-4CB4-3AD9-6C931258B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CC62E-6792-126A-67D4-9F36F8D83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9A801-F635-0E32-06E4-A67C92124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4C81F-8646-32CE-06AE-9F4801144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161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209B9-0A7E-4785-4B0A-9CC74DB7F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17F01-0C86-37EC-8C81-5172A2059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6DB4D-2922-1996-8CCC-C7ED423CC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943A9-9384-963D-8A76-8C2AC397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3B426-DFCA-0747-27E0-AE02CEA37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4557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80A7-9604-3B25-1542-0791B627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171E7-1C4F-117E-70BC-1E8B14025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E812A-E6FD-6A30-D2A8-37221089B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D84EC-E37D-7239-B3CC-EA0E0A6DE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B3573-8D6A-E333-623F-EBCC79CB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64285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8043-F7B0-C421-DE37-229FD814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A9748-6878-93B4-01BD-00B124ACF4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E24BE-DE5B-4F53-826A-072309C3D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A44653-91D0-80A2-A3F0-CED64DCE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38855-0C64-566B-5606-626853CE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801CB-D3E3-2107-D81A-C5A2D7B4D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5569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6E50E-D1F8-077A-3CD6-A86207BE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17034-D939-21CA-2BEB-CC49334AE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1F967-4EBF-AD15-C38E-0950851CE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26542-458F-3837-239C-33E38B1B29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9D43C-40D4-362F-D25D-CBA984A45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90044B-1CA6-8E72-762A-F4979E7E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622C2C-81F9-F486-30FD-57AB6D2E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8DCA5F-B1BF-98F0-58BE-C5C4F123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5151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11455-BB2E-C006-6FCE-B6022AC1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8240A-E2B2-1748-9257-509D9DD01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F56989-00D1-9DB7-7CC6-1246581C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A32C41-C0FB-499B-A896-2625B5A6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7814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C68779-BD5A-9138-181B-BC84E80C0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1DF327-7C9F-D17A-EE71-72C640E8C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97F98-F4EB-8801-734E-B537393D4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5094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201D-E88D-2425-C2B4-059FED6E1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E5E10-95DD-1006-CE27-B2E7CB32A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3C9E2-D306-BF5F-8054-EEA192B57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144AC-3A63-5DCB-1F78-D99A5678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28ECF-A2D8-E0DB-C728-833C700E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A878FF-6137-F33F-9D7E-2A5E12EA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94007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76F7-503F-182A-0657-957111166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E5BA33-07BC-3B77-C530-33EF6B8B8D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CEA546-098B-8994-9E71-126096DDE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F8B1D-204C-3F35-0FA8-8B496E503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646ACB-9929-EFCA-A433-01E8CCC5B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9D814-E946-712B-7292-BED6223B9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0963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3A931-D183-6137-836F-693939C25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3B44F-D2D9-4733-09E4-5EA4F9ADB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BC844-E0F6-0F90-2EF0-D6E26BFEF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28846-2ACE-DCEB-7600-07204DDA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5F6B9-73A1-36BD-7E99-9182F65F1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9151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B6D435-C8DD-DF75-B24A-EB4524947C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12442-5C22-DBE3-BE13-1567DEEFE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922DE-1299-07E9-C252-32D03D7AE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4E8B9-D74D-FB68-5425-D9C99287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FCEE9-7A77-371A-227F-C0CB0B7E3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623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34BE8C-0B56-0EE9-6967-74090994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48E2C-98B5-F212-11E5-034012F41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C716F-FA6E-389C-AE29-7D6B46E8E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E945CF-0165-46C0-8A65-9AC82A4664A8}" type="datetimeFigureOut">
              <a:rPr lang="en-SG" smtClean="0"/>
              <a:t>10/10/2025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C0757-E94D-170F-8403-A3B9D41BF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F9888-7D69-F95B-EFB2-1A0244B6E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0C9D26-6D1C-42B5-9585-586C6727929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8021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A93ECAF-952B-7DAE-764D-5A6E92389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95" y="1163990"/>
            <a:ext cx="9610725" cy="434340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2BF12DF-7909-7036-FC2B-B71908400466}"/>
              </a:ext>
            </a:extLst>
          </p:cNvPr>
          <p:cNvGrpSpPr/>
          <p:nvPr/>
        </p:nvGrpSpPr>
        <p:grpSpPr>
          <a:xfrm>
            <a:off x="2132545" y="1768571"/>
            <a:ext cx="5017211" cy="2189832"/>
            <a:chOff x="2132545" y="1768571"/>
            <a:chExt cx="5017211" cy="218983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ED13498-C986-819D-97CB-9149D5AA3B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3383315" y="640913"/>
              <a:ext cx="230880" cy="273241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AFCD925-DE10-A282-F67A-A5782796F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6200000">
              <a:off x="3383323" y="2476747"/>
              <a:ext cx="230881" cy="273243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186B1AC-043A-DAB3-4265-720C986BD53E}"/>
                </a:ext>
              </a:extLst>
            </p:cNvPr>
            <p:cNvSpPr txBox="1"/>
            <p:nvPr/>
          </p:nvSpPr>
          <p:spPr>
            <a:xfrm>
              <a:off x="6758302" y="1768571"/>
              <a:ext cx="391454" cy="246221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sz="1000" b="1" dirty="0"/>
                <a:t>LDR</a:t>
              </a:r>
              <a:endParaRPr lang="en-SG" sz="1000" b="1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E4CB04-25B7-0741-48F8-5B8A02901B17}"/>
                </a:ext>
              </a:extLst>
            </p:cNvPr>
            <p:cNvSpPr txBox="1"/>
            <p:nvPr/>
          </p:nvSpPr>
          <p:spPr>
            <a:xfrm>
              <a:off x="6014880" y="1999452"/>
              <a:ext cx="336952" cy="215444"/>
            </a:xfrm>
            <a:prstGeom prst="rect">
              <a:avLst/>
            </a:prstGeom>
            <a:solidFill>
              <a:srgbClr val="0070C0"/>
            </a:solidFill>
          </p:spPr>
          <p:txBody>
            <a:bodyPr wrap="none" rtlCol="0">
              <a:spAutoFit/>
            </a:bodyPr>
            <a:lstStyle/>
            <a:p>
              <a:r>
                <a:rPr lang="en-US" sz="800" b="1" dirty="0">
                  <a:solidFill>
                    <a:schemeClr val="bg1"/>
                  </a:solidFill>
                </a:rPr>
                <a:t>10k</a:t>
              </a:r>
              <a:endParaRPr lang="en-SG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7142FFA-9730-B961-7001-C901AB54113B}"/>
                </a:ext>
              </a:extLst>
            </p:cNvPr>
            <p:cNvSpPr txBox="1"/>
            <p:nvPr/>
          </p:nvSpPr>
          <p:spPr>
            <a:xfrm>
              <a:off x="5490724" y="2799251"/>
              <a:ext cx="1048311" cy="251107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</a:rPr>
                <a:t>Voltage divider</a:t>
              </a:r>
              <a:endParaRPr lang="en-SG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387B2DBC-4060-EFDC-0913-5489C1D9C3C9}"/>
              </a:ext>
            </a:extLst>
          </p:cNvPr>
          <p:cNvSpPr txBox="1"/>
          <p:nvPr/>
        </p:nvSpPr>
        <p:spPr>
          <a:xfrm>
            <a:off x="1791478" y="794658"/>
            <a:ext cx="3204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Demostration</a:t>
            </a:r>
            <a:r>
              <a:rPr lang="en-US" dirty="0"/>
              <a:t> of how LDR works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25411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Soon Seng Goh</dc:creator>
  <cp:lastModifiedBy>Soon Seng Goh</cp:lastModifiedBy>
  <cp:revision>1</cp:revision>
  <dcterms:created xsi:type="dcterms:W3CDTF">2025-10-10T02:48:31Z</dcterms:created>
  <dcterms:modified xsi:type="dcterms:W3CDTF">2025-10-10T02:59:10Z</dcterms:modified>
</cp:coreProperties>
</file>