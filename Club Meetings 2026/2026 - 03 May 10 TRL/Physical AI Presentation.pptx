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59CE-1036-5C67-6B23-B444D087E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C3368-71A4-8FD4-F182-827A00C13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31B8C-157D-8D04-5D75-8455D1B2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F72C0-FB86-2FDC-7B08-FFEE7706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A400-475A-95F0-0087-1C165FE8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267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B27B-79DA-6FF1-37E2-F055D504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45BE2-8812-18EF-D205-1ACEE6D63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6C5C6-CC18-E4C3-017C-2C711C19B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936CD-379C-062F-DA9C-78519B1D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AB1F-7D66-B359-E5EA-8546D033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323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2ED92-C731-0C64-9295-178A2BE8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992AD-6622-AFE8-D826-765A5AD7D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8E13B-7911-6AAD-1B63-33E586BC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FA484-D355-917E-022D-24FE197E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A61BC-FEA5-670F-0311-205C24B4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1743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A519-3AF4-A8D3-55FC-E829D281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4E657-0C4F-3926-AF38-4231896C7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12173-35B3-8389-A14B-43B6FE0A4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28F58-02A1-335A-9240-0ED960E5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10E1F-675B-FDDF-C12E-F5284B93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04868-0CD6-B0A6-F8AA-56F51976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251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E4E4-A33E-3F31-F038-9856F200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E484C-AD97-5306-33F1-42DA97EC5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13FCF-4C1B-3147-8C91-9B519CA48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6A690-5F50-A56C-05E3-9962139D7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B5970-DEFD-F900-C944-2588F6DDC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CC50A-AA42-5A3E-08AB-5589C4B5F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A2726-1910-9119-5D86-F959FC012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C07A0F-A919-3273-2C20-DF27A468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321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E12B1-A924-78BF-91F1-9A295699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3A4B5-ED18-4404-4304-46C168BF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62A57-856A-964B-7E98-AA6E135A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C6809-B4A4-2F41-2FE6-E03AE89D6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529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2311F-5528-21B9-9D94-BE1E1A57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587F5-1B66-44F8-FBC7-21325BA7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376B9-0C27-C5E6-1A02-92E272564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5863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7CF5-A47E-2F54-F3E4-0D71B4DF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C3ABF-2DBF-4110-00A6-98F61AA51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D3802-179A-DB75-DB38-D180A44A1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6D292-8C26-9962-B460-E41860D9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22071-E6F6-6BBC-5911-595A6DC5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7327E-2DD3-4091-9A1D-26E17BBA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596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E78A-8773-4A9A-0629-411A85DFB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8A4D67-65AF-C833-158E-9E9FD33B8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D8399-568A-6BF4-3504-A3C01D85D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A6FA9-123D-096B-5A4A-1AD9EBD4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EB1E0-A2C1-1241-330F-7E62924E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F4293-407A-732F-0556-E38D547B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4300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1150-E23F-0A5E-BD12-D7F94BC2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35C42-5A2F-54F6-D520-ABDC924C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8569F-E5C6-D384-EE72-407E118C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70944-34FE-2442-1C3E-F10092AF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CF760-CFF7-E829-5CDE-9DBFC5C0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784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EDAC1-7EB8-1515-A680-2C1CB3557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34A28-83C3-8ADE-C0BC-8749EBD29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5AC36-2F27-9004-6E20-8239450D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620AF-2E0F-36B0-4A05-C5BE862C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4FB5C-F6BE-FE94-324F-1611C5FD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319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1B385-75C6-233C-8389-5FA9CD2EF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FC957-4829-7205-A177-9420841AA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317C1-CD07-3981-3532-FE158875D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E2F4C-68C0-4F65-B6C5-2F756AE50F65}" type="datetimeFigureOut">
              <a:rPr lang="en-SG" smtClean="0"/>
              <a:t>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DEAEA-09F0-58E6-611B-879001198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53B03-9164-A30A-E64C-B74F34C17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B1753-DB86-48D9-80E3-34399D6A65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9375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82967-E265-4BD7-81B1-38245C6BF7B7}"/>
              </a:ext>
            </a:extLst>
          </p:cNvPr>
          <p:cNvGrpSpPr/>
          <p:nvPr/>
        </p:nvGrpSpPr>
        <p:grpSpPr>
          <a:xfrm>
            <a:off x="6993974" y="1632667"/>
            <a:ext cx="3160450" cy="2308324"/>
            <a:chOff x="6844684" y="2053641"/>
            <a:chExt cx="3160450" cy="230832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04709AD-A374-2FA0-D8AB-320C0273981B}"/>
                </a:ext>
              </a:extLst>
            </p:cNvPr>
            <p:cNvSpPr txBox="1"/>
            <p:nvPr/>
          </p:nvSpPr>
          <p:spPr>
            <a:xfrm>
              <a:off x="6844684" y="2053641"/>
              <a:ext cx="3160450" cy="2308324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Raspberry Pi 4 – Edge Server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SG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3C20B9-4933-5DBE-25D5-AFF9E7B3514D}"/>
                </a:ext>
              </a:extLst>
            </p:cNvPr>
            <p:cNvSpPr/>
            <p:nvPr/>
          </p:nvSpPr>
          <p:spPr>
            <a:xfrm>
              <a:off x="8714157" y="2619093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MODEL</a:t>
              </a:r>
              <a:endParaRPr lang="en-SG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CB04D4-1E25-C991-3150-6BCC8B34F91A}"/>
                </a:ext>
              </a:extLst>
            </p:cNvPr>
            <p:cNvSpPr txBox="1"/>
            <p:nvPr/>
          </p:nvSpPr>
          <p:spPr>
            <a:xfrm>
              <a:off x="7175240" y="2753127"/>
              <a:ext cx="8524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Python</a:t>
              </a:r>
            </a:p>
            <a:p>
              <a:r>
                <a:rPr lang="en-US" dirty="0"/>
                <a:t>Script</a:t>
              </a:r>
              <a:endParaRPr lang="en-SG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F5FA056-E6E8-8727-0A82-F7DBE6C99269}"/>
                </a:ext>
              </a:extLst>
            </p:cNvPr>
            <p:cNvCxnSpPr>
              <a:cxnSpLocks/>
            </p:cNvCxnSpPr>
            <p:nvPr/>
          </p:nvCxnSpPr>
          <p:spPr>
            <a:xfrm>
              <a:off x="7930387" y="3076292"/>
              <a:ext cx="961053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693ED6-2A9E-A1B2-AAA7-49BDE3210803}"/>
                </a:ext>
              </a:extLst>
            </p:cNvPr>
            <p:cNvSpPr txBox="1"/>
            <p:nvPr/>
          </p:nvSpPr>
          <p:spPr>
            <a:xfrm>
              <a:off x="7669764" y="3863647"/>
              <a:ext cx="1759905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Inference engine</a:t>
              </a:r>
              <a:endParaRPr lang="en-SG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113C4DE-436E-5D0A-6FFC-4222EC90814F}"/>
              </a:ext>
            </a:extLst>
          </p:cNvPr>
          <p:cNvGrpSpPr/>
          <p:nvPr/>
        </p:nvGrpSpPr>
        <p:grpSpPr>
          <a:xfrm>
            <a:off x="1857969" y="949390"/>
            <a:ext cx="3127878" cy="4767984"/>
            <a:chOff x="1857969" y="949390"/>
            <a:chExt cx="3127878" cy="47679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932B9C0-035D-133B-EC67-CFF19F167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7969" y="1941388"/>
              <a:ext cx="2490098" cy="135540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A83719-EEC7-70D2-7BFB-6CA2843E4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7576" y="949390"/>
              <a:ext cx="441528" cy="90459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772AA90-6AF1-6BD9-22E7-B3045D85C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48224" y="1170704"/>
              <a:ext cx="509588" cy="46196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B66018C-4713-B596-B868-C2FEA94BA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87968" y="3561204"/>
              <a:ext cx="1347107" cy="102636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2E6EC3A-4158-54A6-EC00-11F29A8EA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49673" y="4361965"/>
              <a:ext cx="1836174" cy="1355409"/>
            </a:xfrm>
            <a:prstGeom prst="rect">
              <a:avLst/>
            </a:pr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4DB57B-145E-80E7-FFE6-C4F9AAFCCB43}"/>
              </a:ext>
            </a:extLst>
          </p:cNvPr>
          <p:cNvCxnSpPr>
            <a:cxnSpLocks/>
          </p:cNvCxnSpPr>
          <p:nvPr/>
        </p:nvCxnSpPr>
        <p:spPr>
          <a:xfrm>
            <a:off x="4432041" y="2256448"/>
            <a:ext cx="2337998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3E230F7-C1AD-7408-3FE6-EA2DB74CF50E}"/>
              </a:ext>
            </a:extLst>
          </p:cNvPr>
          <p:cNvSpPr txBox="1"/>
          <p:nvPr/>
        </p:nvSpPr>
        <p:spPr>
          <a:xfrm>
            <a:off x="4455037" y="1887116"/>
            <a:ext cx="2282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Presence,Temperature</a:t>
            </a:r>
            <a:endParaRPr lang="en-SG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6B9291-74D1-91B8-859C-F7911E46B548}"/>
              </a:ext>
            </a:extLst>
          </p:cNvPr>
          <p:cNvCxnSpPr>
            <a:cxnSpLocks/>
          </p:cNvCxnSpPr>
          <p:nvPr/>
        </p:nvCxnSpPr>
        <p:spPr>
          <a:xfrm flipH="1">
            <a:off x="4455037" y="2884123"/>
            <a:ext cx="2282676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6611682-2982-D981-B44F-6739FD47708A}"/>
              </a:ext>
            </a:extLst>
          </p:cNvPr>
          <p:cNvSpPr txBox="1"/>
          <p:nvPr/>
        </p:nvSpPr>
        <p:spPr>
          <a:xfrm>
            <a:off x="4741077" y="2973631"/>
            <a:ext cx="1710596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LABEL : FAN_ON</a:t>
            </a:r>
          </a:p>
          <a:p>
            <a:r>
              <a:rPr lang="en-US" dirty="0"/>
              <a:t>              IDLE</a:t>
            </a:r>
            <a:endParaRPr lang="en-SG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045CC0-4668-EA44-D3C1-13F223E52604}"/>
              </a:ext>
            </a:extLst>
          </p:cNvPr>
          <p:cNvCxnSpPr>
            <a:cxnSpLocks/>
          </p:cNvCxnSpPr>
          <p:nvPr/>
        </p:nvCxnSpPr>
        <p:spPr>
          <a:xfrm>
            <a:off x="3084357" y="3167427"/>
            <a:ext cx="0" cy="545565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55B6CA1-4572-0A2A-B38B-5E3302E68BFA}"/>
              </a:ext>
            </a:extLst>
          </p:cNvPr>
          <p:cNvCxnSpPr>
            <a:cxnSpLocks/>
          </p:cNvCxnSpPr>
          <p:nvPr/>
        </p:nvCxnSpPr>
        <p:spPr>
          <a:xfrm>
            <a:off x="3357812" y="4361965"/>
            <a:ext cx="498841" cy="412168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DC00348-E332-AF03-9614-CA24F029F7D4}"/>
              </a:ext>
            </a:extLst>
          </p:cNvPr>
          <p:cNvSpPr txBox="1"/>
          <p:nvPr/>
        </p:nvSpPr>
        <p:spPr>
          <a:xfrm>
            <a:off x="6993974" y="4450967"/>
            <a:ext cx="2847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Decision based on AI Model </a:t>
            </a:r>
          </a:p>
          <a:p>
            <a:r>
              <a:rPr lang="en-US" dirty="0"/>
              <a:t>Instead of hard-coding</a:t>
            </a:r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1B3C3F-6DE6-6B6D-1627-7336A0E4B49E}"/>
              </a:ext>
            </a:extLst>
          </p:cNvPr>
          <p:cNvSpPr txBox="1"/>
          <p:nvPr/>
        </p:nvSpPr>
        <p:spPr>
          <a:xfrm>
            <a:off x="4642176" y="753359"/>
            <a:ext cx="330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AI – Edge AI Architecture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6325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B20987-9078-0AA4-C27B-62203327B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699" y="710778"/>
            <a:ext cx="6419850" cy="1666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847EFC-6C75-42E3-961C-D72D0C692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699" y="2279487"/>
            <a:ext cx="6543675" cy="1552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2E8992-CA00-C273-1CE8-DC7401A21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549" y="3733897"/>
            <a:ext cx="64770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7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99C247-48F3-5E76-4D7B-B57E565EF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389" y="691048"/>
            <a:ext cx="6581775" cy="222885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B9909C5-C2C2-A328-F5CA-9914E57F1C0D}"/>
              </a:ext>
            </a:extLst>
          </p:cNvPr>
          <p:cNvGrpSpPr/>
          <p:nvPr/>
        </p:nvGrpSpPr>
        <p:grpSpPr>
          <a:xfrm>
            <a:off x="1958164" y="2962991"/>
            <a:ext cx="6477000" cy="2602232"/>
            <a:chOff x="1958164" y="2962991"/>
            <a:chExt cx="6477000" cy="26022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9F93C9-7B47-584F-F57C-752F3F4D8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8164" y="3326848"/>
              <a:ext cx="6477000" cy="223837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80538C-0AE3-C6CE-D9BE-2AAE0EC1DE94}"/>
                </a:ext>
              </a:extLst>
            </p:cNvPr>
            <p:cNvSpPr txBox="1"/>
            <p:nvPr/>
          </p:nvSpPr>
          <p:spPr>
            <a:xfrm>
              <a:off x="2051470" y="2962991"/>
              <a:ext cx="1925976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b="1" dirty="0"/>
                <a:t>4. Why call it Edge?</a:t>
              </a:r>
              <a:endParaRPr lang="en-SG" sz="17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0372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B6A8-2F64-E9AD-FF39-27079841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E4CB64F-EBAF-343E-9CDA-D2A42E5CA904}"/>
              </a:ext>
            </a:extLst>
          </p:cNvPr>
          <p:cNvGrpSpPr/>
          <p:nvPr/>
        </p:nvGrpSpPr>
        <p:grpSpPr>
          <a:xfrm>
            <a:off x="6993974" y="1632667"/>
            <a:ext cx="3160450" cy="2308324"/>
            <a:chOff x="6844684" y="2053641"/>
            <a:chExt cx="3160450" cy="230832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B3896F5-2DD5-6A58-B7DD-BE80EADB4E81}"/>
                </a:ext>
              </a:extLst>
            </p:cNvPr>
            <p:cNvSpPr txBox="1"/>
            <p:nvPr/>
          </p:nvSpPr>
          <p:spPr>
            <a:xfrm>
              <a:off x="6844684" y="2053641"/>
              <a:ext cx="3160450" cy="2308324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Raspberry Pi 4 – Edge Server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SG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6088D5A-9E30-4D89-1D58-B08CA17F5ACD}"/>
                </a:ext>
              </a:extLst>
            </p:cNvPr>
            <p:cNvSpPr/>
            <p:nvPr/>
          </p:nvSpPr>
          <p:spPr>
            <a:xfrm>
              <a:off x="8714157" y="2619093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MODEL</a:t>
              </a:r>
              <a:endParaRPr lang="en-SG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3596615-6616-AA4F-0905-D1EDC25733FD}"/>
                </a:ext>
              </a:extLst>
            </p:cNvPr>
            <p:cNvSpPr txBox="1"/>
            <p:nvPr/>
          </p:nvSpPr>
          <p:spPr>
            <a:xfrm>
              <a:off x="7175240" y="2753127"/>
              <a:ext cx="8524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Python</a:t>
              </a:r>
            </a:p>
            <a:p>
              <a:r>
                <a:rPr lang="en-US" dirty="0"/>
                <a:t>Script</a:t>
              </a:r>
              <a:endParaRPr lang="en-SG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AA186A2-5A5B-4502-79AA-11AEE1963EC9}"/>
                </a:ext>
              </a:extLst>
            </p:cNvPr>
            <p:cNvCxnSpPr>
              <a:cxnSpLocks/>
            </p:cNvCxnSpPr>
            <p:nvPr/>
          </p:nvCxnSpPr>
          <p:spPr>
            <a:xfrm>
              <a:off x="7930387" y="3076292"/>
              <a:ext cx="961053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F0C1D4-50A8-05E1-FB5B-D4DB9109F4AF}"/>
                </a:ext>
              </a:extLst>
            </p:cNvPr>
            <p:cNvSpPr txBox="1"/>
            <p:nvPr/>
          </p:nvSpPr>
          <p:spPr>
            <a:xfrm>
              <a:off x="7669764" y="3863647"/>
              <a:ext cx="1759905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Inference engine</a:t>
              </a:r>
              <a:endParaRPr lang="en-SG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F16CA7-EA04-AE3F-16B9-C0A7A7770E33}"/>
              </a:ext>
            </a:extLst>
          </p:cNvPr>
          <p:cNvCxnSpPr>
            <a:cxnSpLocks/>
          </p:cNvCxnSpPr>
          <p:nvPr/>
        </p:nvCxnSpPr>
        <p:spPr>
          <a:xfrm>
            <a:off x="4432041" y="2256448"/>
            <a:ext cx="2337998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28D375B-CAD0-C08E-BB5B-76F2CFABAB89}"/>
              </a:ext>
            </a:extLst>
          </p:cNvPr>
          <p:cNvSpPr txBox="1"/>
          <p:nvPr/>
        </p:nvSpPr>
        <p:spPr>
          <a:xfrm>
            <a:off x="4455037" y="1887116"/>
            <a:ext cx="2282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Presence,Temperature</a:t>
            </a:r>
            <a:endParaRPr lang="en-SG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A7F3EC-1978-73AB-667B-3C5A4ED5D4C4}"/>
              </a:ext>
            </a:extLst>
          </p:cNvPr>
          <p:cNvCxnSpPr>
            <a:cxnSpLocks/>
          </p:cNvCxnSpPr>
          <p:nvPr/>
        </p:nvCxnSpPr>
        <p:spPr>
          <a:xfrm flipH="1">
            <a:off x="4455037" y="2884123"/>
            <a:ext cx="2282676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2C056C7-D09E-5D76-4121-80B03E026B64}"/>
              </a:ext>
            </a:extLst>
          </p:cNvPr>
          <p:cNvSpPr txBox="1"/>
          <p:nvPr/>
        </p:nvSpPr>
        <p:spPr>
          <a:xfrm>
            <a:off x="4741077" y="2973631"/>
            <a:ext cx="1710596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LABEL : FAN_ON</a:t>
            </a:r>
          </a:p>
          <a:p>
            <a:r>
              <a:rPr lang="en-US" dirty="0"/>
              <a:t>              IDLE</a:t>
            </a:r>
            <a:endParaRPr lang="en-SG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0968CB-BAF4-53C6-141B-E10B1660D227}"/>
              </a:ext>
            </a:extLst>
          </p:cNvPr>
          <p:cNvGrpSpPr/>
          <p:nvPr/>
        </p:nvGrpSpPr>
        <p:grpSpPr>
          <a:xfrm>
            <a:off x="1857969" y="949390"/>
            <a:ext cx="3127878" cy="4767984"/>
            <a:chOff x="1857969" y="949390"/>
            <a:chExt cx="3127878" cy="476798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E7CBFC-73E1-9DF6-5AC6-57EC5FE4A462}"/>
                </a:ext>
              </a:extLst>
            </p:cNvPr>
            <p:cNvGrpSpPr/>
            <p:nvPr/>
          </p:nvGrpSpPr>
          <p:grpSpPr>
            <a:xfrm>
              <a:off x="1857969" y="949390"/>
              <a:ext cx="3127878" cy="4767984"/>
              <a:chOff x="1857969" y="949390"/>
              <a:chExt cx="3127878" cy="476798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972B140-CD04-A340-E180-612EB5AA1B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57969" y="1941388"/>
                <a:ext cx="2490098" cy="1355409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23044012-B95F-8065-806C-818599272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7576" y="949390"/>
                <a:ext cx="441528" cy="904593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6A39844-E81B-BD7A-7606-9EF258A300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8224" y="1170704"/>
                <a:ext cx="509588" cy="461963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994FADC-400B-51DF-5647-3FD1CA0396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7968" y="3561204"/>
                <a:ext cx="1347107" cy="1026367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59DC2F08-3BDC-8DCA-9564-66BAA9FE9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49673" y="4361965"/>
                <a:ext cx="1836174" cy="1355409"/>
              </a:xfrm>
              <a:prstGeom prst="rect">
                <a:avLst/>
              </a:prstGeom>
            </p:spPr>
          </p:pic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0069942-4CE9-A3D4-9FE2-FC8413195836}"/>
                </a:ext>
              </a:extLst>
            </p:cNvPr>
            <p:cNvCxnSpPr>
              <a:cxnSpLocks/>
            </p:cNvCxnSpPr>
            <p:nvPr/>
          </p:nvCxnSpPr>
          <p:spPr>
            <a:xfrm>
              <a:off x="3084357" y="3167427"/>
              <a:ext cx="0" cy="545565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E16B912-D711-7A42-F5F6-EF65CAA881E5}"/>
                </a:ext>
              </a:extLst>
            </p:cNvPr>
            <p:cNvCxnSpPr>
              <a:cxnSpLocks/>
            </p:cNvCxnSpPr>
            <p:nvPr/>
          </p:nvCxnSpPr>
          <p:spPr>
            <a:xfrm>
              <a:off x="3357812" y="4361965"/>
              <a:ext cx="498841" cy="412168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BF09653-1B39-FE19-6D4C-F7CA6E907E09}"/>
              </a:ext>
            </a:extLst>
          </p:cNvPr>
          <p:cNvSpPr txBox="1"/>
          <p:nvPr/>
        </p:nvSpPr>
        <p:spPr>
          <a:xfrm>
            <a:off x="6993974" y="4450967"/>
            <a:ext cx="2847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Decision based on AI Model </a:t>
            </a:r>
          </a:p>
          <a:p>
            <a:r>
              <a:rPr lang="en-US" dirty="0"/>
              <a:t>Instead of hard-coding</a:t>
            </a:r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E5BCA2-6195-5177-0D01-B7D5798383DE}"/>
              </a:ext>
            </a:extLst>
          </p:cNvPr>
          <p:cNvSpPr txBox="1"/>
          <p:nvPr/>
        </p:nvSpPr>
        <p:spPr>
          <a:xfrm>
            <a:off x="4642176" y="753359"/>
            <a:ext cx="330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AI – Edge AI Architecture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08F24-F6FF-ABE6-A26A-7C0AD1890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0277" y="4360552"/>
            <a:ext cx="56388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2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B1E9F6-FE27-7B90-45ED-49B762F10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307" y="912553"/>
            <a:ext cx="6429375" cy="1095375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71828D2-2939-E8F7-B8A9-4E6DD006CD49}"/>
              </a:ext>
            </a:extLst>
          </p:cNvPr>
          <p:cNvGrpSpPr/>
          <p:nvPr/>
        </p:nvGrpSpPr>
        <p:grpSpPr>
          <a:xfrm>
            <a:off x="6402316" y="2333520"/>
            <a:ext cx="3362996" cy="2069740"/>
            <a:chOff x="6209743" y="1555323"/>
            <a:chExt cx="3160450" cy="230832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1CE9E3-424C-1084-66BA-7939CC5734E4}"/>
                </a:ext>
              </a:extLst>
            </p:cNvPr>
            <p:cNvSpPr txBox="1"/>
            <p:nvPr/>
          </p:nvSpPr>
          <p:spPr>
            <a:xfrm>
              <a:off x="6209743" y="1555323"/>
              <a:ext cx="3160450" cy="2308324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Raspberry Pi 4 – Edge Server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SG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02E8DB1-72F2-DF40-BC82-E40B0CE90EF6}"/>
                </a:ext>
              </a:extLst>
            </p:cNvPr>
            <p:cNvSpPr/>
            <p:nvPr/>
          </p:nvSpPr>
          <p:spPr>
            <a:xfrm>
              <a:off x="7789968" y="2220642"/>
              <a:ext cx="914400" cy="91440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MODEL</a:t>
              </a:r>
              <a:endParaRPr lang="en-SG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D816761-7CC4-951B-5887-65BB95B3FBD9}"/>
                </a:ext>
              </a:extLst>
            </p:cNvPr>
            <p:cNvSpPr txBox="1"/>
            <p:nvPr/>
          </p:nvSpPr>
          <p:spPr>
            <a:xfrm>
              <a:off x="6372450" y="2386319"/>
              <a:ext cx="8524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Python</a:t>
              </a:r>
            </a:p>
            <a:p>
              <a:r>
                <a:rPr lang="en-US" dirty="0"/>
                <a:t>Script</a:t>
              </a:r>
              <a:endParaRPr lang="en-SG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3BD3C2-D6A8-0DA0-F3E5-15FC5C1618CE}"/>
                </a:ext>
              </a:extLst>
            </p:cNvPr>
            <p:cNvSpPr txBox="1"/>
            <p:nvPr/>
          </p:nvSpPr>
          <p:spPr>
            <a:xfrm>
              <a:off x="7133932" y="3313499"/>
              <a:ext cx="1759905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Inference engine</a:t>
              </a:r>
              <a:endParaRPr lang="en-SG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2EAFF9B-DC0B-2AEF-3B4F-84D987C1A1ED}"/>
              </a:ext>
            </a:extLst>
          </p:cNvPr>
          <p:cNvGrpSpPr/>
          <p:nvPr/>
        </p:nvGrpSpPr>
        <p:grpSpPr>
          <a:xfrm>
            <a:off x="1941944" y="2097056"/>
            <a:ext cx="2434113" cy="3734577"/>
            <a:chOff x="1857969" y="949390"/>
            <a:chExt cx="3127878" cy="476798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24D6528-FF66-D3A8-C5FF-0BF81AF9A886}"/>
                </a:ext>
              </a:extLst>
            </p:cNvPr>
            <p:cNvGrpSpPr/>
            <p:nvPr/>
          </p:nvGrpSpPr>
          <p:grpSpPr>
            <a:xfrm>
              <a:off x="1857969" y="949390"/>
              <a:ext cx="3127878" cy="4767984"/>
              <a:chOff x="1857969" y="949390"/>
              <a:chExt cx="3127878" cy="4767984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AE0B35B3-FB14-E7EB-5EAD-4DBBC8AD65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7969" y="1941388"/>
                <a:ext cx="2490098" cy="1355409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9388CF0A-20CD-9EE4-3EF9-BFFDA4A3C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7576" y="949390"/>
                <a:ext cx="441528" cy="904593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887578-2F63-860E-2689-691BDAE582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48224" y="1170704"/>
                <a:ext cx="509588" cy="461963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0CA49B91-E428-E3D8-40C2-EA2EEFE66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7968" y="3561204"/>
                <a:ext cx="1347107" cy="1026367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063D1CF6-F3DD-056B-0064-F15D5AB256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9673" y="4361965"/>
                <a:ext cx="1836174" cy="1355409"/>
              </a:xfrm>
              <a:prstGeom prst="rect">
                <a:avLst/>
              </a:prstGeom>
            </p:spPr>
          </p:pic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8B5C77F-D091-6707-B41D-516BB0AEC7E4}"/>
                </a:ext>
              </a:extLst>
            </p:cNvPr>
            <p:cNvCxnSpPr>
              <a:cxnSpLocks/>
            </p:cNvCxnSpPr>
            <p:nvPr/>
          </p:nvCxnSpPr>
          <p:spPr>
            <a:xfrm>
              <a:off x="3084357" y="3167427"/>
              <a:ext cx="0" cy="545565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4464564-7895-84A9-7265-03F8BF36057F}"/>
                </a:ext>
              </a:extLst>
            </p:cNvPr>
            <p:cNvCxnSpPr>
              <a:cxnSpLocks/>
            </p:cNvCxnSpPr>
            <p:nvPr/>
          </p:nvCxnSpPr>
          <p:spPr>
            <a:xfrm>
              <a:off x="3357812" y="4361965"/>
              <a:ext cx="498841" cy="412168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A127A03F-079D-3B16-8192-246B9B990097}"/>
              </a:ext>
            </a:extLst>
          </p:cNvPr>
          <p:cNvSpPr/>
          <p:nvPr/>
        </p:nvSpPr>
        <p:spPr>
          <a:xfrm>
            <a:off x="2910840" y="3096107"/>
            <a:ext cx="623372" cy="57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AI MODEL</a:t>
            </a:r>
            <a:endParaRPr lang="en-SG" sz="1000" dirty="0"/>
          </a:p>
        </p:txBody>
      </p:sp>
    </p:spTree>
    <p:extLst>
      <p:ext uri="{BB962C8B-B14F-4D97-AF65-F5344CB8AC3E}">
        <p14:creationId xmlns:p14="http://schemas.microsoft.com/office/powerpoint/2010/main" val="29408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E0F1E-8F4F-4E09-EA24-1A31ACED6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853" y="766956"/>
            <a:ext cx="6248400" cy="1647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606C03-3F54-6DB4-C700-36B23E11C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083" y="2414781"/>
            <a:ext cx="66198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6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7A214-46E6-9570-3FA7-F211CD25F4FD}"/>
              </a:ext>
            </a:extLst>
          </p:cNvPr>
          <p:cNvSpPr txBox="1"/>
          <p:nvPr/>
        </p:nvSpPr>
        <p:spPr>
          <a:xfrm>
            <a:off x="4180114" y="2782669"/>
            <a:ext cx="4158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a demonstration of how to create an </a:t>
            </a:r>
          </a:p>
          <a:p>
            <a:r>
              <a:rPr lang="en-US" dirty="0"/>
              <a:t>Edge Impulse Model for our Edge Server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17654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F937C-263B-20B6-D31E-8D723B42E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74" y="801168"/>
            <a:ext cx="6305550" cy="1038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F01B82-4D33-3E33-EDE6-AD623C0E0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524" y="1646561"/>
            <a:ext cx="64198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1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894F3-703D-F0C3-05D6-4B8F6A5B3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362" y="1070008"/>
            <a:ext cx="648652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27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108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 Seng Goh</dc:creator>
  <cp:lastModifiedBy>Soon Seng Goh</cp:lastModifiedBy>
  <cp:revision>2</cp:revision>
  <dcterms:created xsi:type="dcterms:W3CDTF">2026-05-09T07:58:53Z</dcterms:created>
  <dcterms:modified xsi:type="dcterms:W3CDTF">2026-05-09T08:48:00Z</dcterms:modified>
</cp:coreProperties>
</file>