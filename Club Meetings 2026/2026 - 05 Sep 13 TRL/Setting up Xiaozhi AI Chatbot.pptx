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61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61F4D-1927-4B92-A4C4-816EEEB52C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395338-2E63-434C-B8FC-7CD05585DF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A497A-0566-43A9-8B0B-E7C1F3964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0FC46-6C9E-4E94-A777-7EE475C13CB7}" type="datetimeFigureOut">
              <a:rPr lang="en-SG" smtClean="0"/>
              <a:t>10/9/2026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B852D9-5686-43BF-A82E-FA8396086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44EB20-ED00-4D66-8C4C-E23BEAF5E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9E22D-F173-437D-A738-C9A69B9E814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7908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906CB-DF11-4948-A248-0ACCD15A6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8CE2B-E1B2-446D-9825-CDC86250A0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F36224-BDE7-4C4E-A8BC-3052914EA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0FC46-6C9E-4E94-A777-7EE475C13CB7}" type="datetimeFigureOut">
              <a:rPr lang="en-SG" smtClean="0"/>
              <a:t>10/9/2026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0574F-289C-4B69-AACC-9AE95693B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E1F74B-FD60-44FE-BD98-DCF8286F7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9E22D-F173-437D-A738-C9A69B9E814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38108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953F9-2B04-4347-8179-D70C7AB68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78A85B-4251-46FB-96E1-457851ABD4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D57617-65C6-4073-A070-3D1617DE8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0FC46-6C9E-4E94-A777-7EE475C13CB7}" type="datetimeFigureOut">
              <a:rPr lang="en-SG" smtClean="0"/>
              <a:t>10/9/2026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4FE878-4A58-4F25-B970-3E0B6163A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DD5775-0859-41EE-AEEB-056E3DA1A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9E22D-F173-437D-A738-C9A69B9E814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9463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E558C-38C2-4252-9D2E-83759AA40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46A21-83D0-4336-931B-7B4ED3D365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2A244B-9E3A-48C9-8FD0-F7F31B8B5F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A8E62-A4D9-4B1A-B9F5-F4DD40175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0FC46-6C9E-4E94-A777-7EE475C13CB7}" type="datetimeFigureOut">
              <a:rPr lang="en-SG" smtClean="0"/>
              <a:t>10/9/2026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0CA741-CE45-4518-ACDB-7D1DADB6E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DD11E6-61DE-495F-9380-3721BD90F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9E22D-F173-437D-A738-C9A69B9E814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63209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333D1-1B83-4B5A-89A2-64C848E5E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DD0B51-B378-4F1B-8CED-B87D8BA89F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875B90-C313-4EA5-AB8B-0F1E10A0E2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9B4F44-CCE2-4B3D-A73A-795195EE44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F7F10B-7443-4075-AB34-C7824209BB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4C2ADC-0E62-4124-B5B8-2BA006EDC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0FC46-6C9E-4E94-A777-7EE475C13CB7}" type="datetimeFigureOut">
              <a:rPr lang="en-SG" smtClean="0"/>
              <a:t>10/9/2026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0286FC-20BE-4E9C-8045-C36B7AA51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D60EDF-95BA-4AC5-81FD-E49286878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9E22D-F173-437D-A738-C9A69B9E814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61621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2EFDD-626E-4E04-8AFC-B19F3D4BA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C32B9D-6673-425B-A4E6-46991E11C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0FC46-6C9E-4E94-A777-7EE475C13CB7}" type="datetimeFigureOut">
              <a:rPr lang="en-SG" smtClean="0"/>
              <a:t>10/9/2026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0F7E7C-BD40-438F-A0E1-E44DDED6D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4E0CF3-9443-405F-9C73-DAB83F92E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9E22D-F173-437D-A738-C9A69B9E814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58361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34DC66-0F1B-4EEA-89AD-DD38369B3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0FC46-6C9E-4E94-A777-7EE475C13CB7}" type="datetimeFigureOut">
              <a:rPr lang="en-SG" smtClean="0"/>
              <a:t>10/9/2026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AD93B7-AC75-42AE-A9F7-9BE53921F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508FD1-F97A-4444-9FEB-45FB0EB09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9E22D-F173-437D-A738-C9A69B9E814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47189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16C4A-4B8C-4CAF-ABD4-DB3CB1C49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A08D53-DEBB-4FE1-A168-6AD647697F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390AC0-76FD-490C-AC5E-AF45420B99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90A71A-EA8A-4061-BE32-75BA37D52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0FC46-6C9E-4E94-A777-7EE475C13CB7}" type="datetimeFigureOut">
              <a:rPr lang="en-SG" smtClean="0"/>
              <a:t>10/9/2026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B6099E-9284-4857-A37F-E837E03DF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B0D760-0830-4163-8357-6A862F60B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9E22D-F173-437D-A738-C9A69B9E814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01261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EB59E-01B0-4BFD-A095-09D09BE7C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D83DB6-EED0-4B3E-A8B3-12123C27FD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97797D-CAA9-4B1B-811E-8CA3555E89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1EBA56-EBDF-4EFF-B8F0-4B52053AE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0FC46-6C9E-4E94-A777-7EE475C13CB7}" type="datetimeFigureOut">
              <a:rPr lang="en-SG" smtClean="0"/>
              <a:t>10/9/2026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B2B36B-05CA-4784-9D99-8B126D31B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159C07-704E-43BB-AAB6-9CE187AC2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9E22D-F173-437D-A738-C9A69B9E814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4520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E2C29-8A44-4103-8E66-545327173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FD6637-12D2-4040-B3F5-7208A7FBF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3F6D3-4137-449B-A110-4F5C52D93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0FC46-6C9E-4E94-A777-7EE475C13CB7}" type="datetimeFigureOut">
              <a:rPr lang="en-SG" smtClean="0"/>
              <a:t>10/9/2026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DB9D1B-2E73-479E-9C80-7FA94EFC7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5FA13-3183-4074-8561-84B0D2011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9E22D-F173-437D-A738-C9A69B9E814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82479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6AF7B4-8509-4C03-8D3A-0A8A1885CA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70D5D0-0B80-4F4A-973D-EA4E23F8D7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DE5360-C507-425C-8BC9-5D9829E91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0FC46-6C9E-4E94-A777-7EE475C13CB7}" type="datetimeFigureOut">
              <a:rPr lang="en-SG" smtClean="0"/>
              <a:t>10/9/2026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8F89AC-2101-48F4-A9E4-683AAE98E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C9C81-9FB6-4E66-ADC6-05DA8A63E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9E22D-F173-437D-A738-C9A69B9E814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47280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BBBE06-9208-42F3-95C8-F73B03C6E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52928-F90B-4DC5-A1AA-DE75B8DA72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D2EFB5-E2A8-489C-AC99-A698BDC08D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30FC46-6C9E-4E94-A777-7EE475C13CB7}" type="datetimeFigureOut">
              <a:rPr lang="en-SG" smtClean="0"/>
              <a:t>10/9/2026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7A79D0-F7CE-4ABE-AF37-7900D7BAEB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8E4812-4AD5-4FC7-88BB-8A26556817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D9E22D-F173-437D-A738-C9A69B9E814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71059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www.oceanlabz.in/category/ai/ai-xiaoxhi/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69EC6FF-F7F1-48AD-8FA2-FB7D04E24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6889" y="1682100"/>
            <a:ext cx="7629525" cy="20478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227E390-B71D-4D0F-80B9-AFF77BE657D9}"/>
              </a:ext>
            </a:extLst>
          </p:cNvPr>
          <p:cNvSpPr txBox="1"/>
          <p:nvPr/>
        </p:nvSpPr>
        <p:spPr>
          <a:xfrm>
            <a:off x="4454554" y="847288"/>
            <a:ext cx="25638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XiaoZhi</a:t>
            </a:r>
            <a:r>
              <a:rPr lang="en-US" sz="2400" b="1" dirty="0"/>
              <a:t> AI Chatbot</a:t>
            </a:r>
            <a:endParaRPr lang="en-SG" sz="2400" b="1" dirty="0"/>
          </a:p>
        </p:txBody>
      </p:sp>
    </p:spTree>
    <p:extLst>
      <p:ext uri="{BB962C8B-B14F-4D97-AF65-F5344CB8AC3E}">
        <p14:creationId xmlns:p14="http://schemas.microsoft.com/office/powerpoint/2010/main" val="1790540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8CCC88-AEC9-4EF9-BFC0-37657252B4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282" y="601822"/>
            <a:ext cx="7629525" cy="436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586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0FB17D7-9AD4-45CD-AA25-90EAD864A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436" y="1519721"/>
            <a:ext cx="5226691" cy="1688813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9BEB8113-58E0-4F40-803B-4E47D6A0230A}"/>
              </a:ext>
            </a:extLst>
          </p:cNvPr>
          <p:cNvGrpSpPr/>
          <p:nvPr/>
        </p:nvGrpSpPr>
        <p:grpSpPr>
          <a:xfrm>
            <a:off x="1184594" y="1519721"/>
            <a:ext cx="9091919" cy="4504176"/>
            <a:chOff x="1184594" y="1361275"/>
            <a:chExt cx="9091919" cy="4504176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D682282-C0B1-4C2A-9567-00240D29EA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94542" y="4365588"/>
              <a:ext cx="3981971" cy="1154456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B09ADE6-3746-4A20-ACA9-DE18370CB2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86706" y="3103319"/>
              <a:ext cx="4375863" cy="1262269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4E7C473-F246-4457-96B8-566CCBD62CA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84594" y="4236003"/>
              <a:ext cx="4712866" cy="1629448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D6E662B4-8E0B-45C9-AF50-D3865A39335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037454" y="1361275"/>
              <a:ext cx="4205069" cy="1631620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DD581633-B954-410E-9077-DADA0D3E75E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185486" y="3082159"/>
              <a:ext cx="1924050" cy="1104900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A700E57-B988-477D-B3C1-5F0BEC24589D}"/>
                </a:ext>
              </a:extLst>
            </p:cNvPr>
            <p:cNvSpPr txBox="1"/>
            <p:nvPr/>
          </p:nvSpPr>
          <p:spPr>
            <a:xfrm>
              <a:off x="8296895" y="3429000"/>
              <a:ext cx="159126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Found in </a:t>
              </a:r>
              <a:r>
                <a:rPr lang="en-US" sz="1200" dirty="0" err="1"/>
                <a:t>NLBStarterkit</a:t>
              </a:r>
              <a:endParaRPr lang="en-SG" sz="1200" dirty="0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4C8CC6E9-FF6F-4374-9B60-1C55EAE7C0EA}"/>
              </a:ext>
            </a:extLst>
          </p:cNvPr>
          <p:cNvSpPr txBox="1"/>
          <p:nvPr/>
        </p:nvSpPr>
        <p:spPr>
          <a:xfrm>
            <a:off x="1332135" y="649437"/>
            <a:ext cx="55348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Bills of material – sourced from AliExpress</a:t>
            </a:r>
            <a:endParaRPr lang="en-SG" sz="24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482DCD-A1E5-442C-AD17-367F7514EA15}"/>
              </a:ext>
            </a:extLst>
          </p:cNvPr>
          <p:cNvSpPr txBox="1"/>
          <p:nvPr/>
        </p:nvSpPr>
        <p:spPr>
          <a:xfrm>
            <a:off x="2343076" y="1652089"/>
            <a:ext cx="3951466" cy="923330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If you are not great in soldering like me</a:t>
            </a:r>
          </a:p>
          <a:p>
            <a:r>
              <a:rPr lang="en-US" dirty="0"/>
              <a:t>I suggest you buy the more expensive </a:t>
            </a:r>
          </a:p>
          <a:p>
            <a:r>
              <a:rPr lang="en-US" dirty="0"/>
              <a:t>Welded version which cost slightly more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5491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369A7637-30EC-479F-A1FF-8F764444A02D}"/>
              </a:ext>
            </a:extLst>
          </p:cNvPr>
          <p:cNvGrpSpPr/>
          <p:nvPr/>
        </p:nvGrpSpPr>
        <p:grpSpPr>
          <a:xfrm>
            <a:off x="771331" y="852066"/>
            <a:ext cx="10453398" cy="5153867"/>
            <a:chOff x="817984" y="866775"/>
            <a:chExt cx="10453398" cy="515386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AC14829-0D96-4EB7-8A61-B5EF8F7E10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7984" y="896192"/>
              <a:ext cx="7010400" cy="512445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97AC92F-9309-475C-88BD-46E4120A5C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957749" y="866775"/>
              <a:ext cx="3313632" cy="177422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6A69945-A32D-4A2F-9A8A-9356352A86D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957749" y="2641003"/>
              <a:ext cx="3313632" cy="1953299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54E7A34-D479-4C95-814F-77530D911EB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957750" y="4594302"/>
              <a:ext cx="3313632" cy="1426340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C5BA2C2-B838-44B7-856C-85C7B316C70F}"/>
              </a:ext>
            </a:extLst>
          </p:cNvPr>
          <p:cNvGrpSpPr/>
          <p:nvPr/>
        </p:nvGrpSpPr>
        <p:grpSpPr>
          <a:xfrm>
            <a:off x="4220547" y="1884650"/>
            <a:ext cx="1219197" cy="3427577"/>
            <a:chOff x="4220547" y="1884650"/>
            <a:chExt cx="1219197" cy="3427577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04B3482-E925-4F6D-A17C-998E0628DF6F}"/>
                </a:ext>
              </a:extLst>
            </p:cNvPr>
            <p:cNvSpPr/>
            <p:nvPr/>
          </p:nvSpPr>
          <p:spPr>
            <a:xfrm>
              <a:off x="4220547" y="2565918"/>
              <a:ext cx="211494" cy="2733871"/>
            </a:xfrm>
            <a:prstGeom prst="rect">
              <a:avLst/>
            </a:prstGeom>
            <a:noFill/>
            <a:ln w="47625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FEA755B-2FC4-4515-ACDB-18ED183521FE}"/>
                </a:ext>
              </a:extLst>
            </p:cNvPr>
            <p:cNvSpPr/>
            <p:nvPr/>
          </p:nvSpPr>
          <p:spPr>
            <a:xfrm>
              <a:off x="5203370" y="2578356"/>
              <a:ext cx="211494" cy="2733871"/>
            </a:xfrm>
            <a:prstGeom prst="rect">
              <a:avLst/>
            </a:prstGeom>
            <a:noFill/>
            <a:ln w="47625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DC65090-4199-4507-B124-B912FA3FC5FD}"/>
                </a:ext>
              </a:extLst>
            </p:cNvPr>
            <p:cNvSpPr txBox="1"/>
            <p:nvPr/>
          </p:nvSpPr>
          <p:spPr>
            <a:xfrm>
              <a:off x="4250636" y="1884650"/>
              <a:ext cx="1189108" cy="369332"/>
            </a:xfrm>
            <a:prstGeom prst="rect">
              <a:avLst/>
            </a:prstGeom>
            <a:solidFill>
              <a:srgbClr val="FFC000"/>
            </a:solidFill>
            <a:ln w="34925">
              <a:solidFill>
                <a:srgbClr val="FFC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ESP32 Pins</a:t>
              </a:r>
              <a:endParaRPr lang="en-SG" dirty="0"/>
            </a:p>
          </p:txBody>
        </p:sp>
      </p:grpSp>
    </p:spTree>
    <p:extLst>
      <p:ext uri="{BB962C8B-B14F-4D97-AF65-F5344CB8AC3E}">
        <p14:creationId xmlns:p14="http://schemas.microsoft.com/office/powerpoint/2010/main" val="2764478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FA8C9F9E-9A37-45AF-81F3-12DB720E6326}"/>
              </a:ext>
            </a:extLst>
          </p:cNvPr>
          <p:cNvGrpSpPr/>
          <p:nvPr/>
        </p:nvGrpSpPr>
        <p:grpSpPr>
          <a:xfrm>
            <a:off x="1550922" y="1122295"/>
            <a:ext cx="6328892" cy="1512642"/>
            <a:chOff x="1522930" y="739740"/>
            <a:chExt cx="6328892" cy="1512642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16CB64A-4E62-47C4-95AA-2DA580BB34E5}"/>
                </a:ext>
              </a:extLst>
            </p:cNvPr>
            <p:cNvSpPr txBox="1"/>
            <p:nvPr/>
          </p:nvSpPr>
          <p:spPr>
            <a:xfrm>
              <a:off x="1754268" y="1883050"/>
              <a:ext cx="609755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SG" dirty="0">
                  <a:hlinkClick r:id="rId2"/>
                </a:rPr>
                <a:t>AI </a:t>
              </a:r>
              <a:r>
                <a:rPr lang="en-SG" dirty="0" err="1">
                  <a:hlinkClick r:id="rId2"/>
                </a:rPr>
                <a:t>Xiaozhi</a:t>
              </a:r>
              <a:r>
                <a:rPr lang="en-SG" dirty="0">
                  <a:hlinkClick r:id="rId2"/>
                </a:rPr>
                <a:t> - </a:t>
              </a:r>
              <a:r>
                <a:rPr lang="en-SG" dirty="0" err="1">
                  <a:hlinkClick r:id="rId2"/>
                </a:rPr>
                <a:t>OceanLabz</a:t>
              </a:r>
              <a:endParaRPr lang="en-SG" dirty="0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DC9110A-880D-42CB-9B6E-298E17A194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22930" y="739740"/>
              <a:ext cx="4219575" cy="66675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DAEECBB-75BF-4EEE-BF53-2D8319075629}"/>
                </a:ext>
              </a:extLst>
            </p:cNvPr>
            <p:cNvSpPr txBox="1"/>
            <p:nvPr/>
          </p:nvSpPr>
          <p:spPr>
            <a:xfrm>
              <a:off x="1756196" y="1552437"/>
              <a:ext cx="14808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Go to this link</a:t>
              </a:r>
              <a:endParaRPr lang="en-SG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B1FBC550-4C6B-4F68-A8DA-9A4EE57350D3}"/>
              </a:ext>
            </a:extLst>
          </p:cNvPr>
          <p:cNvSpPr txBox="1"/>
          <p:nvPr/>
        </p:nvSpPr>
        <p:spPr>
          <a:xfrm>
            <a:off x="1782260" y="2596218"/>
            <a:ext cx="60946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dirty="0">
                <a:hlinkClick r:id="rId2"/>
              </a:rPr>
              <a:t>https://www.oceanlabz.in/category/ai/ai-xiaoxhi/</a:t>
            </a:r>
            <a:endParaRPr lang="en-SG" dirty="0"/>
          </a:p>
          <a:p>
            <a:endParaRPr lang="en-SG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61D40D-0F7A-46BD-B22F-AECE398C84C3}"/>
              </a:ext>
            </a:extLst>
          </p:cNvPr>
          <p:cNvSpPr txBox="1"/>
          <p:nvPr/>
        </p:nvSpPr>
        <p:spPr>
          <a:xfrm>
            <a:off x="1779308" y="3105834"/>
            <a:ext cx="440139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Follow the instructions on this page to set up</a:t>
            </a:r>
          </a:p>
          <a:p>
            <a:r>
              <a:rPr lang="en-US" dirty="0"/>
              <a:t>this chat bot.  It’s self explanatory</a:t>
            </a:r>
          </a:p>
          <a:p>
            <a:r>
              <a:rPr lang="en-US" dirty="0"/>
              <a:t>After the Connection is completed</a:t>
            </a:r>
          </a:p>
          <a:p>
            <a:r>
              <a:rPr lang="en-US" dirty="0"/>
              <a:t>You will hear Enter </a:t>
            </a:r>
            <a:r>
              <a:rPr lang="en-US" dirty="0" err="1"/>
              <a:t>Wifi</a:t>
            </a:r>
            <a:r>
              <a:rPr lang="en-US" dirty="0"/>
              <a:t> Configuration mode</a:t>
            </a:r>
          </a:p>
          <a:p>
            <a:r>
              <a:rPr lang="en-US" dirty="0"/>
              <a:t>If not, press the Boot button</a:t>
            </a:r>
            <a:endParaRPr lang="en-SG" dirty="0"/>
          </a:p>
          <a:p>
            <a:endParaRPr lang="en-US" dirty="0"/>
          </a:p>
          <a:p>
            <a:endParaRPr lang="en-SG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61190E7-2F13-414D-A79D-457AE35EC95D}"/>
              </a:ext>
            </a:extLst>
          </p:cNvPr>
          <p:cNvGrpSpPr/>
          <p:nvPr/>
        </p:nvGrpSpPr>
        <p:grpSpPr>
          <a:xfrm>
            <a:off x="7633981" y="2634937"/>
            <a:ext cx="2956726" cy="924216"/>
            <a:chOff x="1870745" y="4184343"/>
            <a:chExt cx="2956726" cy="924216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922FBF5-BACC-4FF7-BF35-52B69F5DC1BD}"/>
                </a:ext>
              </a:extLst>
            </p:cNvPr>
            <p:cNvSpPr txBox="1"/>
            <p:nvPr/>
          </p:nvSpPr>
          <p:spPr>
            <a:xfrm>
              <a:off x="1870745" y="4184343"/>
              <a:ext cx="523092" cy="3693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RST</a:t>
              </a:r>
              <a:endParaRPr lang="en-SG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D840087-2D1B-4626-BB28-B4C9008E2018}"/>
                </a:ext>
              </a:extLst>
            </p:cNvPr>
            <p:cNvSpPr txBox="1"/>
            <p:nvPr/>
          </p:nvSpPr>
          <p:spPr>
            <a:xfrm>
              <a:off x="2668555" y="4184343"/>
              <a:ext cx="20213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Restart the Chatbot</a:t>
              </a:r>
              <a:endParaRPr lang="en-SG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0A19134-F0AA-47A9-A093-AB3489AC22B0}"/>
                </a:ext>
              </a:extLst>
            </p:cNvPr>
            <p:cNvSpPr txBox="1"/>
            <p:nvPr/>
          </p:nvSpPr>
          <p:spPr>
            <a:xfrm>
              <a:off x="1870745" y="4739227"/>
              <a:ext cx="630301" cy="3693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Boot</a:t>
              </a:r>
              <a:endParaRPr lang="en-SG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28D20C8-62F8-4A0B-B34C-7A2C49B768DE}"/>
                </a:ext>
              </a:extLst>
            </p:cNvPr>
            <p:cNvSpPr txBox="1"/>
            <p:nvPr/>
          </p:nvSpPr>
          <p:spPr>
            <a:xfrm>
              <a:off x="2650015" y="4739227"/>
              <a:ext cx="21774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Interrupt the chatbot</a:t>
              </a:r>
              <a:endParaRPr lang="en-SG" dirty="0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BCA03140-2DC9-4F44-BDED-A401E6DB04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4064" y="4408350"/>
            <a:ext cx="2756840" cy="175290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5DB60CC-35FA-4546-A954-7345186453C6}"/>
              </a:ext>
            </a:extLst>
          </p:cNvPr>
          <p:cNvSpPr txBox="1"/>
          <p:nvPr/>
        </p:nvSpPr>
        <p:spPr>
          <a:xfrm>
            <a:off x="1714150" y="4915470"/>
            <a:ext cx="61627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A2C3E"/>
                </a:solidFill>
                <a:effectLst/>
                <a:latin typeface="Inter"/>
              </a:rPr>
              <a:t>After flashing, the ESP32 creates a hotspot named </a:t>
            </a:r>
            <a:r>
              <a:rPr lang="en-US" b="0" i="0" dirty="0" err="1">
                <a:solidFill>
                  <a:srgbClr val="1A2C3E"/>
                </a:solidFill>
                <a:effectLst/>
                <a:latin typeface="Inter"/>
              </a:rPr>
              <a:t>Xiaozhi</a:t>
            </a:r>
            <a:r>
              <a:rPr lang="en-US" b="0" i="0" dirty="0">
                <a:solidFill>
                  <a:srgbClr val="1A2C3E"/>
                </a:solidFill>
                <a:effectLst/>
                <a:latin typeface="Inter"/>
              </a:rPr>
              <a:t>-XXXX.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8887028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2645</TotalTime>
  <Words>113</Words>
  <Application>Microsoft Office PowerPoint</Application>
  <PresentationFormat>Widescreen</PresentationFormat>
  <Paragraphs>20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SS GOH</dc:creator>
  <cp:lastModifiedBy>SS GOH</cp:lastModifiedBy>
  <cp:revision>13</cp:revision>
  <dcterms:created xsi:type="dcterms:W3CDTF">2026-09-06T09:08:58Z</dcterms:created>
  <dcterms:modified xsi:type="dcterms:W3CDTF">2026-09-12T02:33:11Z</dcterms:modified>
</cp:coreProperties>
</file>